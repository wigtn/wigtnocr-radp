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478024"/>
          <a:ext cx="339547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0732"/>
                <a:gridCol w="1177096"/>
                <a:gridCol w="561384"/>
                <a:gridCol w="706258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retrieval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MISS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lower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HIT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69664"/>
            <a:ext cx="3505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2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highest Boundary Clarity, yet worst retrieval:</a:t>
            </a:r>
          </a:p>
          <a:p>
            <a:pPr algn="ctr">
              <a:lnSpc>
                <a:spcPct val="132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32000"/>
              </a:lnSpc>
            </a:pPr>
            <a:r>
              <a:rPr sz="10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anti-correlation   r = −0.81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73168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315968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retrieval reward unnecessary;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