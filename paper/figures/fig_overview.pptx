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0144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00144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C2 / C3 · Diagnose + Select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99120" y="182880"/>
            <a:ext cx="3761232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99120" y="182880"/>
            <a:ext cx="376123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761232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420624" cy="420624"/>
          </a:xfrm>
          <a:prstGeom prst="rect">
            <a:avLst/>
          </a:prstGeom>
        </p:spPr>
      </p:pic>
      <p:pic>
        <p:nvPicPr>
          <p:cNvPr id="12" name="Picture 11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" y="1133856"/>
            <a:ext cx="420624" cy="420624"/>
          </a:xfrm>
          <a:prstGeom prst="rect">
            <a:avLst/>
          </a:prstGeom>
        </p:spPr>
      </p:pic>
      <p:pic>
        <p:nvPicPr>
          <p:cNvPr id="13" name="Picture 12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12" y="1133856"/>
            <a:ext cx="420624" cy="420624"/>
          </a:xfrm>
          <a:prstGeom prst="rect">
            <a:avLst/>
          </a:prstGeom>
        </p:spPr>
      </p:pic>
      <p:pic>
        <p:nvPicPr>
          <p:cNvPr id="14" name="Picture 13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7168" y="1133856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90088" y="1133856"/>
            <a:ext cx="880872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+ GOT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1764792"/>
            <a:ext cx="3761232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1168" y="17647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8" y="17647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84048" y="2267712"/>
          <a:ext cx="3395470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50732"/>
                <a:gridCol w="1177096"/>
                <a:gridCol w="561384"/>
                <a:gridCol w="706258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answer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retrieval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MISS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lower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HIT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29184" y="3959352"/>
            <a:ext cx="3505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2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highest Boundary Clarity, yet worst retrieval:</a:t>
            </a:r>
          </a:p>
          <a:p>
            <a:pPr algn="ctr">
              <a:lnSpc>
                <a:spcPct val="132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32000"/>
              </a:lnSpc>
            </a:pPr>
            <a:r>
              <a:rPr sz="105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anti-correlation   r = −0.81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0144" y="749808"/>
            <a:ext cx="3761232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00144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45864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8160" y="1115568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where does each gold answer land?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89368" y="1517904"/>
            <a:ext cx="75992" cy="54864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8744" y="1517904"/>
            <a:ext cx="256062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5361" y="1517904"/>
            <a:ext cx="667414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8744" y="2103120"/>
            <a:ext cx="25606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1566" y="2103120"/>
            <a:ext cx="991209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28160" y="2377439"/>
            <a:ext cx="3505200" cy="60350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answer never made it into the parser output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(parser fault)</a:t>
            </a:r>
          </a:p>
          <a:p>
            <a:pPr algn="ctr">
              <a:lnSpc>
                <a:spcPct val="13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constant across all 8 chunkers → chunking can't recover 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00144" y="3227832"/>
            <a:ext cx="37612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200144" y="322783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45864" y="322783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09872" y="3611879"/>
            <a:ext cx="3541776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37" name="Picture 36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0224" y="3977639"/>
            <a:ext cx="457200" cy="457200"/>
          </a:xfrm>
          <a:prstGeom prst="rect">
            <a:avLst/>
          </a:prstGeom>
        </p:spPr>
      </p:pic>
      <p:pic>
        <p:nvPicPr>
          <p:cNvPr id="38" name="Picture 37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1784" y="3977639"/>
            <a:ext cx="457200" cy="457200"/>
          </a:xfrm>
          <a:prstGeom prst="rect">
            <a:avLst/>
          </a:prstGeom>
        </p:spPr>
      </p:pic>
      <p:pic>
        <p:nvPicPr>
          <p:cNvPr id="39" name="Picture 38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6184" y="3977639"/>
            <a:ext cx="457200" cy="457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291584" y="4453128"/>
            <a:ext cx="3578352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 · mE5 · Qwen3-Emb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09872" y="4553712"/>
            <a:ext cx="3541776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99120" y="749808"/>
            <a:ext cx="3761232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199120" y="749808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44840" y="749808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7136" y="1152144"/>
            <a:ext cx="350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82000" y="1536192"/>
            <a:ext cx="3395472" cy="420624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00288" y="1536192"/>
            <a:ext cx="3358896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GT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99120" y="1975104"/>
            <a:ext cx="376123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82000" y="2048255"/>
            <a:ext cx="3395472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0288" y="2048255"/>
            <a:ext cx="3358896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99120" y="2679192"/>
            <a:ext cx="3761232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199120" y="2679192"/>
            <a:ext cx="3761232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44840" y="2679192"/>
            <a:ext cx="3669792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7136" y="3063240"/>
            <a:ext cx="35052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5424" y="3520440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97568" y="3547872"/>
            <a:ext cx="132588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69168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45424" y="3950207"/>
            <a:ext cx="1115568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97568" y="3977639"/>
            <a:ext cx="923768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67056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7136" y="4315968"/>
            <a:ext cx="35052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≈  overlapping CIs → equal gain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retrieval reward unnecessary; lever = fidelity distillation</a:t>
            </a:r>
          </a:p>
        </p:txBody>
      </p:sp>
      <p:sp>
        <p:nvSpPr>
          <p:cNvPr id="62" name="Chevron 61"/>
          <p:cNvSpPr/>
          <p:nvPr/>
        </p:nvSpPr>
        <p:spPr>
          <a:xfrm>
            <a:off x="3971544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Chevron 62"/>
          <p:cNvSpPr/>
          <p:nvPr/>
        </p:nvSpPr>
        <p:spPr>
          <a:xfrm>
            <a:off x="7970520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