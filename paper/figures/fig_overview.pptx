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573170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57317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12082" y="182880"/>
            <a:ext cx="4513478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12082" y="182880"/>
            <a:ext cx="4513478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C3 · RCPS Selection  (+ C2 Diagnose)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304" y="182880"/>
            <a:ext cx="3197047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304" y="182880"/>
            <a:ext cx="3197047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57317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573170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48173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573170" cy="31089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573170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48173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505456"/>
          <a:ext cx="320740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76168"/>
                <a:gridCol w="1348042"/>
                <a:gridCol w="883199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Hit@1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0.20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0.61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0.55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23944"/>
            <a:ext cx="331713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parser choice alone moves Hit@1 by </a:t>
            </a:r>
            <a:r>
              <a:rPr sz="120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+35.1pp (0.20→0.55; 2.8×)</a:t>
            </a:r>
          </a:p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4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(anti-correlation  r = −0.81,  n =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12082" y="749808"/>
            <a:ext cx="4513478" cy="23591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12082" y="749808"/>
            <a:ext cx="4513478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57802" y="749808"/>
            <a:ext cx="4422038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21810" y="1115568"/>
            <a:ext cx="4294022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28" name="Picture 27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6482" y="1444752"/>
            <a:ext cx="420624" cy="42062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734458" y="1883664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30" name="Picture 29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2322" y="1444752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740298" y="1883664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32" name="Picture 31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62" y="1444752"/>
            <a:ext cx="420624" cy="42062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746138" y="1883664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21810" y="2157984"/>
            <a:ext cx="4294022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19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extrinsic · retriever-averaged · format-normalised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21810" y="2395728"/>
            <a:ext cx="429402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no training · no manual relevance labels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21810" y="2633472"/>
            <a:ext cx="4294022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picks Prod (RCPS 0.583) over MinerU (0.212)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21810" y="3122676"/>
            <a:ext cx="4294022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80" b="1" i="1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▼  score low? locate which layer is at fault  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12082" y="3383279"/>
            <a:ext cx="4513478" cy="17007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012082" y="3383279"/>
            <a:ext cx="4513478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57802" y="3383279"/>
            <a:ext cx="4422038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40682" y="3803904"/>
            <a:ext cx="3143615" cy="45720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4298" y="3803904"/>
            <a:ext cx="93294" cy="45720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77592" y="3803904"/>
            <a:ext cx="819368" cy="45720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0682" y="3803904"/>
            <a:ext cx="314361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7592" y="3803904"/>
            <a:ext cx="819368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40682" y="4288536"/>
            <a:ext cx="3143615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0077" y="4288536"/>
            <a:ext cx="1216883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40098" y="4517136"/>
            <a:ext cx="4257446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parser-side failure</a:t>
            </a: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, set before chunking</a:t>
            </a:r>
          </a:p>
          <a:p>
            <a:pPr algn="ctr">
              <a:lnSpc>
                <a:spcPct val="125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no chunker can recover it → fix the parser (C4)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763304" y="749808"/>
            <a:ext cx="3197047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763304" y="749808"/>
            <a:ext cx="3197047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09024" y="749808"/>
            <a:ext cx="3105607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91320" y="1152144"/>
            <a:ext cx="2941015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46184" y="1536192"/>
            <a:ext cx="2831287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64472" y="1536192"/>
            <a:ext cx="2794711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ref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63304" y="1975104"/>
            <a:ext cx="3197047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46184" y="2048255"/>
            <a:ext cx="2831287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964472" y="2048255"/>
            <a:ext cx="2794711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63304" y="2679192"/>
            <a:ext cx="3197047" cy="240487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763304" y="2679192"/>
            <a:ext cx="3197047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09024" y="2679192"/>
            <a:ext cx="3105607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91320" y="3063240"/>
            <a:ext cx="2941015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91320" y="3520440"/>
            <a:ext cx="96012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06304" y="3547872"/>
            <a:ext cx="118872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140744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91320" y="3950207"/>
            <a:ext cx="96012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906304" y="3977639"/>
            <a:ext cx="828206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780231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91320" y="4480559"/>
            <a:ext cx="2941015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substantially overlapping CIs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no evidence reward helps; lever = fidelity distillation</a:t>
            </a:r>
          </a:p>
        </p:txBody>
      </p:sp>
      <p:sp>
        <p:nvSpPr>
          <p:cNvPr id="69" name="Chevron 68"/>
          <p:cNvSpPr/>
          <p:nvPr/>
        </p:nvSpPr>
        <p:spPr>
          <a:xfrm>
            <a:off x="3783482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Chevron 69"/>
          <p:cNvSpPr/>
          <p:nvPr/>
        </p:nvSpPr>
        <p:spPr>
          <a:xfrm>
            <a:off x="8534704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