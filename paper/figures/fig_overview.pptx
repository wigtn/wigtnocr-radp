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761232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505456"/>
          <a:ext cx="3395471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3404"/>
                <a:gridCol w="1427082"/>
                <a:gridCol w="934985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50520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moves Hit@1 by </a:t>
            </a:r>
            <a:r>
              <a:rPr sz="120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+35.2pp (0.20→0.55; 2.8×)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8160" y="1115568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where does each gold answer land?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89368" y="1517904"/>
            <a:ext cx="75992" cy="54864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2103120"/>
            <a:ext cx="25606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566" y="2103120"/>
            <a:ext cx="991209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8160" y="2377439"/>
            <a:ext cx="3505200" cy="60350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answer never made it into the parser output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(parser-side failure)</a:t>
            </a:r>
          </a:p>
          <a:p>
            <a:pPr algn="ctr">
              <a:lnSpc>
                <a:spcPct val="13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constant across all 8 chunkers → chunking can't recover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0144" y="3227832"/>
            <a:ext cx="3761232" cy="18562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40" name="Picture 39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784" y="3959352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55676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42" name="Picture 41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4624" y="3959352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56260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44" name="Picture 43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464" y="3959352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56844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9872" y="4754879"/>
            <a:ext cx="3541776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ref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99120" y="2679192"/>
            <a:ext cx="3761232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7136" y="4480559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substantially overlapping CIs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no evidence reward helps; lever = fidelity distillation</a:t>
            </a:r>
          </a:p>
        </p:txBody>
      </p:sp>
      <p:sp>
        <p:nvSpPr>
          <p:cNvPr id="67" name="Chevron 66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hevron 67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