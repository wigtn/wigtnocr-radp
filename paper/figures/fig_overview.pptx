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swings Hit@1 by </a:t>
            </a:r>
            <a:r>
              <a:rPr sz="12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2.8×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