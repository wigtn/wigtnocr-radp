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39547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3404"/>
                <a:gridCol w="1427082"/>
                <a:gridCol w="934985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swings Hit@1 by </a:t>
            </a:r>
            <a:r>
              <a:rPr sz="12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2.8×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 fault)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562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54879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GT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  overlapping CIs → equal gain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retrieval reward unnecessary;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