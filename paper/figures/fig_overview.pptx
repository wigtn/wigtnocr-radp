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C3 / C2 · Select + Diagnose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9872" y="1133856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28" name="Picture 27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1499616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56760" y="1956816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30" name="Picture 29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1499616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62600" y="1956816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1499616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568440" y="1956816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9872" y="2249424"/>
            <a:ext cx="3541776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19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extrinsic · retriever-averaged · format-normalised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09872" y="2505456"/>
            <a:ext cx="3541776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training · no manual relevance 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09872" y="2743200"/>
            <a:ext cx="3541776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picks Prod (RCPS 0.583) over MinerU (0.212)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0144" y="3364992"/>
            <a:ext cx="3761232" cy="17190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00144" y="33649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45864" y="33649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28744" y="3785616"/>
            <a:ext cx="2560624" cy="45720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89368" y="3785616"/>
            <a:ext cx="75992" cy="45720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65361" y="3785616"/>
            <a:ext cx="667414" cy="45720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28744" y="3785616"/>
            <a:ext cx="2560624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5361" y="3785616"/>
            <a:ext cx="667414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8744" y="4270248"/>
            <a:ext cx="2560624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41566" y="4270248"/>
            <a:ext cx="991209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28160" y="4498848"/>
            <a:ext cx="350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parser-side failure</a:t>
            </a: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, set before chunking</a:t>
            </a:r>
          </a:p>
          <a:p>
            <a:pPr algn="ctr">
              <a:lnSpc>
                <a:spcPct val="125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chunker can recover it → fix the parser (C4)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8" name="Chevron 67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hevron 68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