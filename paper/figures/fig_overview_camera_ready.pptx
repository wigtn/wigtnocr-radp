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f7d269676f74d02" /><Relationship Type="http://schemas.openxmlformats.org/officeDocument/2006/relationships/extended-properties" Target="/docProps/app.xml" Id="R817c2088632f429a" /><Relationship Type="http://schemas.openxmlformats.org/officeDocument/2006/relationships/officeDocument" Target="/ppt/presentation.xml" Id="R603aa8dd2bc34b8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b450b311e58460a"/>
  </p:sldMasterIdLst>
  <p:notesMasterIdLst>
    <p:notesMasterId xmlns:r="http://schemas.openxmlformats.org/officeDocument/2006/relationships" r:id="R0ef639dce5e04405"/>
  </p:notesMasterIdLst>
  <p:sldIdLst>
    <p:sldId xmlns:r="http://schemas.openxmlformats.org/officeDocument/2006/relationships" id="256" r:id="Rc616c39112d04c80"/>
  </p:sldIdLst>
  <p:sldSz cx="16154400" cy="9001125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1f4a8d7ab404982" /><Relationship Type="http://schemas.openxmlformats.org/officeDocument/2006/relationships/slideMaster" Target="/ppt/slideMasters/slideMaster1.xml" Id="R9b450b311e58460a" /><Relationship Type="http://schemas.openxmlformats.org/officeDocument/2006/relationships/notesMaster" Target="/ppt/notesMasters/notesMaster1.xml" Id="R0ef639dce5e04405" /><Relationship Type="http://schemas.openxmlformats.org/officeDocument/2006/relationships/presProps" Target="/ppt/presProps.xml" Id="R4726bd1a4c964f77" /><Relationship Type="http://schemas.openxmlformats.org/officeDocument/2006/relationships/viewProps" Target="/ppt/viewProps.xml" Id="Ra4dedffce2f44ac9" /><Relationship Type="http://schemas.openxmlformats.org/officeDocument/2006/relationships/tableStyles" Target="/ppt/tableStyles.xml" Id="R1c519c690c2748ab" /><Relationship Type="http://schemas.openxmlformats.org/officeDocument/2006/relationships/slide" Target="/ppt/slides/slide1.xml" Id="Rc616c39112d04c8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ff0a9271b43425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36fdf49aafb4528" /><Relationship Type="http://schemas.openxmlformats.org/officeDocument/2006/relationships/notesMaster" Target="/ppt/notesMasters/notesMaster1.xml" Id="R473167998d574f9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498c52c09a4b9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ea848bae3b34f63" /><Relationship Type="http://schemas.openxmlformats.org/officeDocument/2006/relationships/slideLayout" Target="/ppt/slideLayouts/slideLayout1.xml" Id="R570ceb8271eb463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70ceb8271eb463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e33966ec0a4e3f" /><Relationship Type="http://schemas.openxmlformats.org/officeDocument/2006/relationships/image" Target="/ppt/media/image.png" Id="R95f6373081eb4d9d" /><Relationship Type="http://schemas.openxmlformats.org/officeDocument/2006/relationships/image" Target="/ppt/media/image2.png" Id="R3a47f761c53f4b39" /><Relationship Type="http://schemas.openxmlformats.org/officeDocument/2006/relationships/notesSlide" Target="/ppt/notesSlides/notesSlide1.xml" Id="R514bc629a71c434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B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4" name="직사각형 163">
            <a:extLst xmlns:a="http://schemas.openxmlformats.org/drawingml/2006/main">
              <a:ext uri="{FF2B5EF4-FFF2-40B4-BE49-F238E27FC236}">
                <a16:creationId xmlns:a16="http://schemas.microsoft.com/office/drawing/2014/main" id="{A5C70BAF-7392-7311-3360-98B51BBDB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"/>
            <a:ext cx="16154400" cy="9001125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8" name="contribution-c2-bg">
            <a:extLst xmlns:a="http://schemas.openxmlformats.org/drawingml/2006/main">
              <a:ext uri="{FF2B5EF4-FFF2-40B4-BE49-F238E27FC236}">
                <a16:creationId xmlns:a16="http://schemas.microsoft.com/office/drawing/2014/main" id="{CA0DBC69-5013-457B-A261-C80C2DA6D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78397" y="8440154"/>
            <a:ext cx="239562" cy="1714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4C968"/>
          </a:solidFill>
          <a:ln xmlns:a="http://schemas.openxmlformats.org/drawingml/2006/main" w="13335">
            <a:solidFill>
              <a:srgbClr val="A36B0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69" name="contribution-c2-bg">
            <a:extLst xmlns:a="http://schemas.openxmlformats.org/drawingml/2006/main">
              <a:ext uri="{FF2B5EF4-FFF2-40B4-BE49-F238E27FC236}">
                <a16:creationId xmlns:a16="http://schemas.microsoft.com/office/drawing/2014/main" id="{FAB275EE-8C1E-5637-E259-17F11F665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87453" y="8435395"/>
            <a:ext cx="239562" cy="1714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4C968"/>
          </a:solidFill>
          <a:ln xmlns:a="http://schemas.openxmlformats.org/drawingml/2006/main" w="13335">
            <a:solidFill>
              <a:srgbClr val="A36B0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1" name="직사각형 210">
            <a:extLst xmlns:a="http://schemas.openxmlformats.org/drawingml/2006/main">
              <a:ext uri="{FF2B5EF4-FFF2-40B4-BE49-F238E27FC236}">
                <a16:creationId xmlns:a16="http://schemas.microsoft.com/office/drawing/2014/main" id="{63106158-ABAE-5459-8E36-5166A8835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5013" y="4437221"/>
            <a:ext cx="107156" cy="79057"/>
          </a:xfrm>
          <a:prstGeom xmlns:a="http://schemas.openxmlformats.org/drawingml/2006/main" prst="rect">
            <a:avLst/>
          </a:prstGeom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candidates-panel">
            <a:extLst xmlns:a="http://schemas.openxmlformats.org/drawingml/2006/main">
              <a:ext uri="{FF2B5EF4-FFF2-40B4-BE49-F238E27FC236}">
                <a16:creationId xmlns:a16="http://schemas.microsoft.com/office/drawing/2014/main" id="{665185AB-0D1B-E82D-A47A-87A363598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7075" y="114300"/>
            <a:ext cx="3829050" cy="8772525"/>
          </a:xfrm>
          <a:prstGeom xmlns:a="http://schemas.openxmlformats.org/drawingml/2006/main" prst="roundRect">
            <a:avLst>
              <a:gd name="adj" fmla="val 5528"/>
            </a:avLst>
          </a:prstGeom>
          <a:solidFill xmlns:a="http://schemas.openxmlformats.org/drawingml/2006/main">
            <a:srgbClr val="F7F7F6"/>
          </a:solidFill>
          <a:ln xmlns:a="http://schemas.openxmlformats.org/drawingml/2006/main" w="14288">
            <a:solidFill>
              <a:srgbClr val="C6C9C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1" name="직사각형 170">
            <a:extLst xmlns:a="http://schemas.openxmlformats.org/drawingml/2006/main">
              <a:ext uri="{FF2B5EF4-FFF2-40B4-BE49-F238E27FC236}">
                <a16:creationId xmlns:a16="http://schemas.microsoft.com/office/drawing/2014/main" id="{4F7E93E5-01FA-104B-BA2E-A204AC052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5275" y="1019175"/>
            <a:ext cx="209550" cy="190500"/>
          </a:xfrm>
          <a:prstGeom xmlns:a="http://schemas.openxmlformats.org/drawingml/2006/main" prst="rect">
            <a:avLst/>
          </a:prstGeom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4" name="evaluation-panel">
            <a:extLst xmlns:a="http://schemas.openxmlformats.org/drawingml/2006/main">
              <a:ext uri="{FF2B5EF4-FFF2-40B4-BE49-F238E27FC236}">
                <a16:creationId xmlns:a16="http://schemas.microsoft.com/office/drawing/2014/main" id="{8735028C-9506-A98A-D63C-63F3B855A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" y="114300"/>
            <a:ext cx="2952750" cy="8772525"/>
          </a:xfrm>
          <a:prstGeom xmlns:a="http://schemas.openxmlformats.org/drawingml/2006/main" prst="roundRect">
            <a:avLst>
              <a:gd name="adj" fmla="val 7097"/>
            </a:avLst>
          </a:prstGeom>
          <a:solidFill xmlns:a="http://schemas.openxmlformats.org/drawingml/2006/main">
            <a:srgbClr val="F7F7F6"/>
          </a:solidFill>
          <a:ln xmlns:a="http://schemas.openxmlformats.org/drawingml/2006/main" w="14288">
            <a:solidFill>
              <a:srgbClr val="C6C9C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" name="evaluation-title">
            <a:extLst xmlns:a="http://schemas.openxmlformats.org/drawingml/2006/main">
              <a:ext uri="{FF2B5EF4-FFF2-40B4-BE49-F238E27FC236}">
                <a16:creationId xmlns:a16="http://schemas.microsoft.com/office/drawing/2014/main" id="{192792CF-4045-8494-65B3-2EEE2EA5C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0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725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Evaluation frame</a:t>
            </a:r>
          </a:p>
        </p:txBody>
      </p:sp>
      <p:sp>
        <p:nvSpPr>
          <p:cNvPr id="4" name="candidates-title">
            <a:extLst xmlns:a="http://schemas.openxmlformats.org/drawingml/2006/main">
              <a:ext uri="{FF2B5EF4-FFF2-40B4-BE49-F238E27FC236}">
                <a16:creationId xmlns:a16="http://schemas.microsoft.com/office/drawing/2014/main" id="{8D3C554C-573E-B826-14B3-3F5A386B9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90500"/>
            <a:ext cx="3562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725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Candidate pipelines</a:t>
            </a:r>
          </a:p>
        </p:txBody>
      </p:sp>
      <p:sp>
        <p:nvSpPr>
          <p:cNvPr id="5" name="rcps-panel">
            <a:extLst xmlns:a="http://schemas.openxmlformats.org/drawingml/2006/main">
              <a:ext uri="{FF2B5EF4-FFF2-40B4-BE49-F238E27FC236}">
                <a16:creationId xmlns:a16="http://schemas.microsoft.com/office/drawing/2014/main" id="{36DC0ABD-9D3E-A1FF-2654-9EAA2F360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14300"/>
            <a:ext cx="4762500" cy="8772525"/>
          </a:xfrm>
          <a:prstGeom xmlns:a="http://schemas.openxmlformats.org/drawingml/2006/main" prst="roundRect">
            <a:avLst>
              <a:gd name="adj" fmla="val 4400"/>
            </a:avLst>
          </a:prstGeom>
          <a:solidFill xmlns:a="http://schemas.openxmlformats.org/drawingml/2006/main">
            <a:srgbClr val="F1F7FC"/>
          </a:solidFill>
          <a:ln xmlns:a="http://schemas.openxmlformats.org/drawingml/2006/main" w="19050">
            <a:solidFill>
              <a:srgbClr val="1763A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rcps-title">
            <a:extLst xmlns:a="http://schemas.openxmlformats.org/drawingml/2006/main">
              <a:ext uri="{FF2B5EF4-FFF2-40B4-BE49-F238E27FC236}">
                <a16:creationId xmlns:a16="http://schemas.microsoft.com/office/drawing/2014/main" id="{003C61AC-42B5-9D17-4B1C-F5B4F3DB6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90500"/>
            <a:ext cx="4533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725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RCPS evaluation</a:t>
            </a:r>
          </a:p>
        </p:txBody>
      </p:sp>
      <p:sp>
        <p:nvSpPr>
          <p:cNvPr id="7" name="decision-panel">
            <a:extLst xmlns:a="http://schemas.openxmlformats.org/drawingml/2006/main">
              <a:ext uri="{FF2B5EF4-FFF2-40B4-BE49-F238E27FC236}">
                <a16:creationId xmlns:a16="http://schemas.microsoft.com/office/drawing/2014/main" id="{991944D5-D188-38CC-B98D-CDC7FD2FA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0569" y="114300"/>
            <a:ext cx="3867150" cy="8772525"/>
          </a:xfrm>
          <a:prstGeom xmlns:a="http://schemas.openxmlformats.org/drawingml/2006/main" prst="roundRect">
            <a:avLst>
              <a:gd name="adj" fmla="val 5419"/>
            </a:avLst>
          </a:prstGeom>
          <a:solidFill xmlns:a="http://schemas.openxmlformats.org/drawingml/2006/main">
            <a:srgbClr val="F7F7F6"/>
          </a:solidFill>
          <a:ln xmlns:a="http://schemas.openxmlformats.org/drawingml/2006/main" w="14288">
            <a:solidFill>
              <a:srgbClr val="C6C9C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decision-title">
            <a:extLst xmlns:a="http://schemas.openxmlformats.org/drawingml/2006/main">
              <a:ext uri="{FF2B5EF4-FFF2-40B4-BE49-F238E27FC236}">
                <a16:creationId xmlns:a16="http://schemas.microsoft.com/office/drawing/2014/main" id="{BC0482C7-4594-F136-CAAD-2C365D641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190500"/>
            <a:ext cx="3638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725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Select, diagnose + act</a:t>
            </a:r>
          </a:p>
        </p:txBody>
      </p:sp>
      <p:sp>
        <p:nvSpPr>
          <p:cNvPr id="9" name="pdf-page-back">
            <a:extLst xmlns:a="http://schemas.openxmlformats.org/drawingml/2006/main">
              <a:ext uri="{FF2B5EF4-FFF2-40B4-BE49-F238E27FC236}">
                <a16:creationId xmlns:a16="http://schemas.microsoft.com/office/drawing/2014/main" id="{DA63A5FF-2BF1-D88A-8D8C-EB508B8D5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895350"/>
            <a:ext cx="1219200" cy="16383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53585C"/>
            </a:solidFill>
            <a:prstDash val="solid"/>
          </a:ln>
        </p:spPr>
      </p:sp>
      <p:sp>
        <p:nvSpPr>
          <p:cNvPr id="10" name="pdf-page-middle">
            <a:extLst xmlns:a="http://schemas.openxmlformats.org/drawingml/2006/main">
              <a:ext uri="{FF2B5EF4-FFF2-40B4-BE49-F238E27FC236}">
                <a16:creationId xmlns:a16="http://schemas.microsoft.com/office/drawing/2014/main" id="{77B8BBB8-EB44-BBFF-74DD-7516AB2FB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981075"/>
            <a:ext cx="1219200" cy="16383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53585C"/>
            </a:solidFill>
            <a:prstDash val="solid"/>
          </a:ln>
        </p:spPr>
      </p:sp>
      <p:sp>
        <p:nvSpPr>
          <p:cNvPr id="11" name="pdf-page-front">
            <a:extLst xmlns:a="http://schemas.openxmlformats.org/drawingml/2006/main">
              <a:ext uri="{FF2B5EF4-FFF2-40B4-BE49-F238E27FC236}">
                <a16:creationId xmlns:a16="http://schemas.microsoft.com/office/drawing/2014/main" id="{E70297FD-CE7C-A7F5-A6E6-F44CA71DE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066800"/>
            <a:ext cx="1219200" cy="16383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53585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pdf-line-0">
            <a:extLst xmlns:a="http://schemas.openxmlformats.org/drawingml/2006/main">
              <a:ext uri="{FF2B5EF4-FFF2-40B4-BE49-F238E27FC236}">
                <a16:creationId xmlns:a16="http://schemas.microsoft.com/office/drawing/2014/main" id="{96547967-1C7E-81A1-EB1B-E1CFF36C4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1619250"/>
            <a:ext cx="723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AB1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pdf-line-1">
            <a:extLst xmlns:a="http://schemas.openxmlformats.org/drawingml/2006/main">
              <a:ext uri="{FF2B5EF4-FFF2-40B4-BE49-F238E27FC236}">
                <a16:creationId xmlns:a16="http://schemas.microsoft.com/office/drawing/2014/main" id="{6B02C25E-4615-3F34-F278-FD8A9DA4A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1771650"/>
            <a:ext cx="723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AB1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pdf-line-2">
            <a:extLst xmlns:a="http://schemas.openxmlformats.org/drawingml/2006/main">
              <a:ext uri="{FF2B5EF4-FFF2-40B4-BE49-F238E27FC236}">
                <a16:creationId xmlns:a16="http://schemas.microsoft.com/office/drawing/2014/main" id="{FB67CBF9-8262-C4DF-0E43-C123A9311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1924050"/>
            <a:ext cx="723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AB1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pdf-line-3">
            <a:extLst xmlns:a="http://schemas.openxmlformats.org/drawingml/2006/main">
              <a:ext uri="{FF2B5EF4-FFF2-40B4-BE49-F238E27FC236}">
                <a16:creationId xmlns:a16="http://schemas.microsoft.com/office/drawing/2014/main" id="{EAC7D84F-4F8D-8753-46C1-C6F5C8512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2076450"/>
            <a:ext cx="723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AB1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pdf-line-4">
            <a:extLst xmlns:a="http://schemas.openxmlformats.org/drawingml/2006/main">
              <a:ext uri="{FF2B5EF4-FFF2-40B4-BE49-F238E27FC236}">
                <a16:creationId xmlns:a16="http://schemas.microsoft.com/office/drawing/2014/main" id="{E11FFBB0-20C0-5887-B00A-1C731368B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2228850"/>
            <a:ext cx="723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AB1B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pdf-label-bg">
            <a:extLst xmlns:a="http://schemas.openxmlformats.org/drawingml/2006/main">
              <a:ext uri="{FF2B5EF4-FFF2-40B4-BE49-F238E27FC236}">
                <a16:creationId xmlns:a16="http://schemas.microsoft.com/office/drawing/2014/main" id="{3EEA93C1-401D-A2C8-368E-57A4CB8F0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38300"/>
            <a:ext cx="685800" cy="4191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C71920"/>
          </a:solidFill>
          <a:ln xmlns:a="http://schemas.openxmlformats.org/drawingml/2006/main" w="9525">
            <a:solidFill>
              <a:srgbClr val="8C0D12"/>
            </a:solidFill>
            <a:prstDash val="solid"/>
          </a:ln>
        </p:spPr>
      </p:sp>
      <p:sp>
        <p:nvSpPr>
          <p:cNvPr id="18" name="pdf-label">
            <a:extLst xmlns:a="http://schemas.openxmlformats.org/drawingml/2006/main">
              <a:ext uri="{FF2B5EF4-FFF2-40B4-BE49-F238E27FC236}">
                <a16:creationId xmlns:a16="http://schemas.microsoft.com/office/drawing/2014/main" id="{C739E24C-40CC-5B61-5612-AA663F6F9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609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8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PDF</a:t>
            </a:r>
          </a:p>
        </p:txBody>
      </p:sp>
      <p:sp>
        <p:nvSpPr>
          <p:cNvPr id="19" name="page-count">
            <a:extLst xmlns:a="http://schemas.openxmlformats.org/drawingml/2006/main">
              <a:ext uri="{FF2B5EF4-FFF2-40B4-BE49-F238E27FC236}">
                <a16:creationId xmlns:a16="http://schemas.microsoft.com/office/drawing/2014/main" id="{F80FE250-EB23-527A-34DF-8058EAB77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000375"/>
            <a:ext cx="2305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2325" b="1" i="0">
                <a:solidFill>
                  <a:srgbClr val="145A91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45A91"/>
                </a:solidFill>
                <a:latin typeface="Arial"/>
                <a:ea typeface="Arial"/>
                <a:cs typeface="Arial"/>
              </a:rPr>
              <a:t>294 pages</a:t>
            </a:r>
          </a:p>
        </p:txBody>
      </p:sp>
      <p:sp>
        <p:nvSpPr>
          <p:cNvPr id="20" name="page-composition">
            <a:extLst xmlns:a="http://schemas.openxmlformats.org/drawingml/2006/main">
              <a:ext uri="{FF2B5EF4-FFF2-40B4-BE49-F238E27FC236}">
                <a16:creationId xmlns:a16="http://schemas.microsoft.com/office/drawing/2014/main" id="{E3AA78AA-497B-7EAD-4790-2E7C297E5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" y="3333750"/>
            <a:ext cx="2705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350" b="0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229 government + 65 arXiv</a:t>
            </a:r>
          </a:p>
        </p:txBody>
      </p:sp>
      <p:sp>
        <p:nvSpPr>
          <p:cNvPr id="21" name="held-out-probe-bg">
            <a:extLst xmlns:a="http://schemas.openxmlformats.org/drawingml/2006/main">
              <a:ext uri="{FF2B5EF4-FFF2-40B4-BE49-F238E27FC236}">
                <a16:creationId xmlns:a16="http://schemas.microsoft.com/office/drawing/2014/main" id="{ECCD838A-F706-2913-1923-0913AF370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476750"/>
            <a:ext cx="2571750" cy="257175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082B45"/>
          </a:solidFill>
          <a:ln xmlns:a="http://schemas.openxmlformats.org/drawingml/2006/main" w="14288">
            <a:solidFill>
              <a:srgbClr val="061D2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query-icon-circle">
            <a:extLst xmlns:a="http://schemas.openxmlformats.org/drawingml/2006/main">
              <a:ext uri="{FF2B5EF4-FFF2-40B4-BE49-F238E27FC236}">
                <a16:creationId xmlns:a16="http://schemas.microsoft.com/office/drawing/2014/main" id="{40BE54ED-AEA3-CABC-FA1C-404F913B2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511841"/>
            <a:ext cx="752475" cy="7524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9B0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3" name="query-icon-q">
            <a:extLst xmlns:a="http://schemas.openxmlformats.org/drawingml/2006/main">
              <a:ext uri="{FF2B5EF4-FFF2-40B4-BE49-F238E27FC236}">
                <a16:creationId xmlns:a16="http://schemas.microsoft.com/office/drawing/2014/main" id="{1311ABDA-0DAC-C05F-9885-14BDA5B6D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743450"/>
            <a:ext cx="38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21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endParaRPr sz="2100" b="1" i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" name="probe-title">
            <a:extLst xmlns:a="http://schemas.openxmlformats.org/drawingml/2006/main">
              <a:ext uri="{FF2B5EF4-FFF2-40B4-BE49-F238E27FC236}">
                <a16:creationId xmlns:a16="http://schemas.microsoft.com/office/drawing/2014/main" id="{9A6246A1-A6F3-DEB7-2204-022F0E9D8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86375"/>
            <a:ext cx="2228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6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Held-out Q-A probe</a:t>
            </a:r>
          </a:p>
        </p:txBody>
      </p:sp>
      <p:sp>
        <p:nvSpPr>
          <p:cNvPr id="25" name="probe-count">
            <a:extLst xmlns:a="http://schemas.openxmlformats.org/drawingml/2006/main">
              <a:ext uri="{FF2B5EF4-FFF2-40B4-BE49-F238E27FC236}">
                <a16:creationId xmlns:a16="http://schemas.microsoft.com/office/drawing/2014/main" id="{EC76187B-6805-3D4E-50F2-19D1598E1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15000"/>
            <a:ext cx="20383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2400" b="1" i="0">
                <a:solidFill>
                  <a:srgbClr val="42A6E8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42A6E8"/>
                </a:solidFill>
                <a:latin typeface="Arial"/>
                <a:ea typeface="Arial"/>
                <a:cs typeface="Arial"/>
              </a:rPr>
              <a:t>663 Q-A</a:t>
            </a:r>
          </a:p>
        </p:txBody>
      </p:sp>
      <p:sp>
        <p:nvSpPr>
          <p:cNvPr id="26" name="probe-composition">
            <a:extLst xmlns:a="http://schemas.openxmlformats.org/drawingml/2006/main">
              <a:ext uri="{FF2B5EF4-FFF2-40B4-BE49-F238E27FC236}">
                <a16:creationId xmlns:a16="http://schemas.microsoft.com/office/drawing/2014/main" id="{8C6E7811-18CF-337B-0145-3E3146E02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6134100"/>
            <a:ext cx="2457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200" b="0" i="0">
                <a:solidFill>
                  <a:srgbClr val="E2EDF3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E2EDF3"/>
                </a:solidFill>
                <a:latin typeface="Arial"/>
                <a:ea typeface="Arial"/>
                <a:cs typeface="Arial"/>
              </a:rPr>
              <a:t>527 government + 136 arXiv</a:t>
            </a:r>
          </a:p>
        </p:txBody>
      </p:sp>
      <p:sp>
        <p:nvSpPr>
          <p:cNvPr id="27" name="probe-fields">
            <a:extLst xmlns:a="http://schemas.openxmlformats.org/drawingml/2006/main">
              <a:ext uri="{FF2B5EF4-FFF2-40B4-BE49-F238E27FC236}">
                <a16:creationId xmlns:a16="http://schemas.microsoft.com/office/drawing/2014/main" id="{68D0A5D5-6632-96F1-4EDE-64E895B26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62725"/>
            <a:ext cx="2152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2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query + reference page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2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+ answer span</a:t>
            </a:r>
          </a:p>
        </p:txBody>
      </p:sp>
      <p:sp>
        <p:nvSpPr>
          <p:cNvPr id="30" name="parser-candidates-bg">
            <a:extLst xmlns:a="http://schemas.openxmlformats.org/drawingml/2006/main">
              <a:ext uri="{FF2B5EF4-FFF2-40B4-BE49-F238E27FC236}">
                <a16:creationId xmlns:a16="http://schemas.microsoft.com/office/drawing/2014/main" id="{1807211B-50E1-6419-B186-AE7909462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952500"/>
            <a:ext cx="2333625" cy="838200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082B45"/>
          </a:solidFill>
          <a:ln xmlns:a="http://schemas.openxmlformats.org/drawingml/2006/main" w="13335">
            <a:solidFill>
              <a:srgbClr val="061D2D"/>
            </a:solidFill>
            <a:prstDash val="solid"/>
          </a:ln>
        </p:spPr>
      </p:sp>
      <p:sp>
        <p:nvSpPr>
          <p:cNvPr id="31" name="parser-candidates-title">
            <a:extLst xmlns:a="http://schemas.openxmlformats.org/drawingml/2006/main">
              <a:ext uri="{FF2B5EF4-FFF2-40B4-BE49-F238E27FC236}">
                <a16:creationId xmlns:a16="http://schemas.microsoft.com/office/drawing/2014/main" id="{C5A8685F-D299-DF22-B876-6501497BE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028700"/>
            <a:ext cx="21812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Parser candidates P_i</a:t>
            </a:r>
          </a:p>
        </p:txBody>
      </p:sp>
      <p:sp>
        <p:nvSpPr>
          <p:cNvPr id="32" name="parser-candidates-subtitle">
            <a:extLst xmlns:a="http://schemas.openxmlformats.org/drawingml/2006/main">
              <a:ext uri="{FF2B5EF4-FFF2-40B4-BE49-F238E27FC236}">
                <a16:creationId xmlns:a16="http://schemas.microsoft.com/office/drawing/2014/main" id="{B22F2AE8-1BA2-68CA-9E0D-CE4F4F5A2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346454"/>
            <a:ext cx="2181225" cy="3604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200" b="0" i="0">
                <a:solidFill>
                  <a:srgbClr val="E4EDF3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E4EDF3"/>
                </a:solidFill>
                <a:latin typeface="Arial"/>
                <a:ea typeface="Arial"/>
                <a:cs typeface="Arial"/>
              </a:rPr>
              <a:t>P_1   P_2   ...   P_m</a:t>
            </a:r>
          </a:p>
        </p:txBody>
      </p:sp>
      <p:sp>
        <p:nvSpPr>
          <p:cNvPr id="33" name="parsed-pages-bg">
            <a:extLst xmlns:a="http://schemas.openxmlformats.org/drawingml/2006/main">
              <a:ext uri="{FF2B5EF4-FFF2-40B4-BE49-F238E27FC236}">
                <a16:creationId xmlns:a16="http://schemas.microsoft.com/office/drawing/2014/main" id="{29ADE3FE-84F2-C85D-9F94-E4C8CB4D2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114550"/>
            <a:ext cx="2333625" cy="704850"/>
          </a:xfrm>
          <a:prstGeom xmlns:a="http://schemas.openxmlformats.org/drawingml/2006/main" prst="roundRect">
            <a:avLst>
              <a:gd name="adj" fmla="val 18919"/>
            </a:avLst>
          </a:prstGeom>
          <a:solidFill xmlns:a="http://schemas.openxmlformats.org/drawingml/2006/main">
            <a:srgbClr val="082B45"/>
          </a:solidFill>
          <a:ln xmlns:a="http://schemas.openxmlformats.org/drawingml/2006/main" w="13335">
            <a:solidFill>
              <a:srgbClr val="061D2D"/>
            </a:solidFill>
            <a:prstDash val="solid"/>
          </a:ln>
        </p:spPr>
      </p:sp>
      <p:sp>
        <p:nvSpPr>
          <p:cNvPr id="34" name="parsed-pages-title">
            <a:extLst xmlns:a="http://schemas.openxmlformats.org/drawingml/2006/main">
              <a:ext uri="{FF2B5EF4-FFF2-40B4-BE49-F238E27FC236}">
                <a16:creationId xmlns:a16="http://schemas.microsoft.com/office/drawing/2014/main" id="{6D6F7ABE-39F2-2721-265D-B1B325A94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171700"/>
            <a:ext cx="21812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4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Parsed page outputs</a:t>
            </a:r>
          </a:p>
        </p:txBody>
      </p:sp>
      <p:sp>
        <p:nvSpPr>
          <p:cNvPr id="35" name="chunker-candidates-bg">
            <a:extLst xmlns:a="http://schemas.openxmlformats.org/drawingml/2006/main">
              <a:ext uri="{FF2B5EF4-FFF2-40B4-BE49-F238E27FC236}">
                <a16:creationId xmlns:a16="http://schemas.microsoft.com/office/drawing/2014/main" id="{7C404496-A9F4-32BA-91D3-5419114A5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162300"/>
            <a:ext cx="2333625" cy="8001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82B45"/>
          </a:solidFill>
          <a:ln xmlns:a="http://schemas.openxmlformats.org/drawingml/2006/main" w="13335">
            <a:solidFill>
              <a:srgbClr val="061D2D"/>
            </a:solidFill>
            <a:prstDash val="solid"/>
          </a:ln>
        </p:spPr>
      </p:sp>
      <p:sp>
        <p:nvSpPr>
          <p:cNvPr id="36" name="chunker-candidates-title">
            <a:extLst xmlns:a="http://schemas.openxmlformats.org/drawingml/2006/main">
              <a:ext uri="{FF2B5EF4-FFF2-40B4-BE49-F238E27FC236}">
                <a16:creationId xmlns:a16="http://schemas.microsoft.com/office/drawing/2014/main" id="{5CC34143-43E0-9C67-A0C8-1AD2A4E8B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238500"/>
            <a:ext cx="2181225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Chunker candidates C_j</a:t>
            </a:r>
          </a:p>
        </p:txBody>
      </p:sp>
      <p:sp>
        <p:nvSpPr>
          <p:cNvPr id="37" name="chunker-candidates-subtitle">
            <a:extLst xmlns:a="http://schemas.openxmlformats.org/drawingml/2006/main">
              <a:ext uri="{FF2B5EF4-FFF2-40B4-BE49-F238E27FC236}">
                <a16:creationId xmlns:a16="http://schemas.microsoft.com/office/drawing/2014/main" id="{8718EA62-25F7-D925-7E2C-E7145738A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538347"/>
            <a:ext cx="2181225" cy="34404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200" b="0" i="0">
                <a:solidFill>
                  <a:srgbClr val="E4EDF3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E4EDF3"/>
                </a:solidFill>
                <a:latin typeface="Arial"/>
                <a:ea typeface="Arial"/>
                <a:cs typeface="Arial"/>
              </a:rPr>
              <a:t>C_1   C_2   ...   C_c</a:t>
            </a:r>
          </a:p>
        </p:txBody>
      </p:sp>
      <p:sp>
        <p:nvSpPr>
          <p:cNvPr id="38" name="candidate-pairs-bg">
            <a:extLst xmlns:a="http://schemas.openxmlformats.org/drawingml/2006/main">
              <a:ext uri="{FF2B5EF4-FFF2-40B4-BE49-F238E27FC236}">
                <a16:creationId xmlns:a16="http://schemas.microsoft.com/office/drawing/2014/main" id="{B3C0AB97-05E5-3A61-06CE-B21AB6F70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267200"/>
            <a:ext cx="1762125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EEF3F6"/>
          </a:solidFill>
          <a:ln xmlns:a="http://schemas.openxmlformats.org/drawingml/2006/main" w="10478">
            <a:solidFill>
              <a:srgbClr val="7F929F"/>
            </a:solidFill>
            <a:prstDash val="solid"/>
          </a:ln>
        </p:spPr>
      </p:sp>
      <p:sp>
        <p:nvSpPr>
          <p:cNvPr id="39" name="candidate-pairs-text">
            <a:extLst xmlns:a="http://schemas.openxmlformats.org/drawingml/2006/main">
              <a:ext uri="{FF2B5EF4-FFF2-40B4-BE49-F238E27FC236}">
                <a16:creationId xmlns:a16="http://schemas.microsoft.com/office/drawing/2014/main" id="{8879CE27-00D9-E84E-1413-2D5D686B2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4286250"/>
            <a:ext cx="17049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all P_i x C_j pairs</a:t>
            </a:r>
          </a:p>
        </p:txBody>
      </p:sp>
      <p:sp>
        <p:nvSpPr>
          <p:cNvPr id="40" name="candidate-corpora-bg">
            <a:extLst xmlns:a="http://schemas.openxmlformats.org/drawingml/2006/main">
              <a:ext uri="{FF2B5EF4-FFF2-40B4-BE49-F238E27FC236}">
                <a16:creationId xmlns:a16="http://schemas.microsoft.com/office/drawing/2014/main" id="{519BE0F7-0375-9536-00D6-FE0603E73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095875"/>
            <a:ext cx="2333625" cy="914400"/>
          </a:xfrm>
          <a:prstGeom xmlns:a="http://schemas.openxmlformats.org/drawingml/2006/main" prst="roundRect">
            <a:avLst>
              <a:gd name="adj" fmla="val 14583"/>
            </a:avLst>
          </a:prstGeom>
          <a:solidFill xmlns:a="http://schemas.openxmlformats.org/drawingml/2006/main">
            <a:srgbClr val="0E3958"/>
          </a:solidFill>
          <a:ln xmlns:a="http://schemas.openxmlformats.org/drawingml/2006/main" w="13335">
            <a:solidFill>
              <a:srgbClr val="167D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1" name="candidate-corpora-title">
            <a:extLst xmlns:a="http://schemas.openxmlformats.org/drawingml/2006/main">
              <a:ext uri="{FF2B5EF4-FFF2-40B4-BE49-F238E27FC236}">
                <a16:creationId xmlns:a16="http://schemas.microsoft.com/office/drawing/2014/main" id="{E9D59382-6520-7456-C833-5A57AF3FF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172075"/>
            <a:ext cx="2181225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4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Candidate corpora</a:t>
            </a:r>
          </a:p>
        </p:txBody>
      </p:sp>
      <p:sp>
        <p:nvSpPr>
          <p:cNvPr id="42" name="candidate-corpora-subtitle">
            <a:extLst xmlns:a="http://schemas.openxmlformats.org/drawingml/2006/main">
              <a:ext uri="{FF2B5EF4-FFF2-40B4-BE49-F238E27FC236}">
                <a16:creationId xmlns:a16="http://schemas.microsoft.com/office/drawing/2014/main" id="{D5CFC2CF-E618-238C-74C4-B27DABCEA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525643"/>
            <a:ext cx="218122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200" b="0" i="0">
                <a:solidFill>
                  <a:srgbClr val="E4EDF3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E4EDF3"/>
                </a:solidFill>
                <a:latin typeface="Arial"/>
                <a:ea typeface="Arial"/>
                <a:cs typeface="Arial"/>
              </a:rPr>
              <a:t>C_j</a:t>
            </a:r>
            <a:r>
              <a:rPr sz="1200" b="0" i="0">
                <a:solidFill>
                  <a:srgbClr val="E4EDF3"/>
                </a:solidFill>
                <a:latin typeface="Arial"/>
                <a:ea typeface="Arial"/>
                <a:cs typeface="Arial"/>
              </a:rPr>
              <a:t>(</a:t>
            </a:r>
            <a:r>
              <a:rPr sz="1200" b="0" i="0">
                <a:solidFill>
                  <a:srgbClr val="E4EDF3"/>
                </a:solidFill>
                <a:latin typeface="Arial"/>
                <a:ea typeface="Arial"/>
                <a:cs typeface="Arial"/>
              </a:rPr>
              <a:t>P_i</a:t>
            </a:r>
            <a:r>
              <a:rPr sz="1200" b="0" i="0">
                <a:solidFill>
                  <a:srgbClr val="E4EDF3"/>
                </a:solidFill>
                <a:latin typeface="Arial"/>
                <a:ea typeface="Arial"/>
                <a:cs typeface="Arial"/>
              </a:rPr>
              <a:t>),  m x c</a:t>
            </a:r>
          </a:p>
        </p:txBody>
      </p:sp>
      <p:sp>
        <p:nvSpPr>
          <p:cNvPr id="43" name="index-corpora-bg">
            <a:extLst xmlns:a="http://schemas.openxmlformats.org/drawingml/2006/main">
              <a:ext uri="{FF2B5EF4-FFF2-40B4-BE49-F238E27FC236}">
                <a16:creationId xmlns:a16="http://schemas.microsoft.com/office/drawing/2014/main" id="{D4388058-F1B3-34C0-C148-8D0D46A0A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6667500"/>
            <a:ext cx="2333625" cy="990600"/>
          </a:xfrm>
          <a:prstGeom xmlns:a="http://schemas.openxmlformats.org/drawingml/2006/main" prst="roundRect">
            <a:avLst>
              <a:gd name="adj" fmla="val 13462"/>
            </a:avLst>
          </a:prstGeom>
          <a:solidFill xmlns:a="http://schemas.openxmlformats.org/drawingml/2006/main">
            <a:srgbClr val="082B45"/>
          </a:solidFill>
          <a:ln xmlns:a="http://schemas.openxmlformats.org/drawingml/2006/main" w="13335">
            <a:solidFill>
              <a:srgbClr val="061D2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0" name="index-corpora-title">
            <a:extLst xmlns:a="http://schemas.openxmlformats.org/drawingml/2006/main">
              <a:ext uri="{FF2B5EF4-FFF2-40B4-BE49-F238E27FC236}">
                <a16:creationId xmlns:a16="http://schemas.microsoft.com/office/drawing/2014/main" id="{B4273460-E0EE-B1E7-E4D2-859DD51AC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7000875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Index each corpus</a:t>
            </a:r>
          </a:p>
        </p:txBody>
      </p:sp>
      <p:sp>
        <p:nvSpPr>
          <p:cNvPr id="51" name="intrinsic-score-bg">
            <a:extLst xmlns:a="http://schemas.openxmlformats.org/drawingml/2006/main">
              <a:ext uri="{FF2B5EF4-FFF2-40B4-BE49-F238E27FC236}">
                <a16:creationId xmlns:a16="http://schemas.microsoft.com/office/drawing/2014/main" id="{0808B880-7730-CFD2-5EF2-119E46899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3607" y="2176008"/>
            <a:ext cx="962025" cy="590551"/>
          </a:xfrm>
          <a:prstGeom xmlns:a="http://schemas.openxmlformats.org/drawingml/2006/main" prst="roundRect">
            <a:avLst>
              <a:gd name="adj" fmla="val 14894"/>
            </a:avLst>
          </a:prstGeom>
          <a:solidFill xmlns:a="http://schemas.openxmlformats.org/drawingml/2006/main">
            <a:srgbClr val="FFFAF1"/>
          </a:solidFill>
          <a:ln xmlns:a="http://schemas.openxmlformats.org/drawingml/2006/main" w="13335">
            <a:solidFill>
              <a:srgbClr val="A36B0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2" name="intrinsic-score-title">
            <a:extLst xmlns:a="http://schemas.openxmlformats.org/drawingml/2006/main">
              <a:ext uri="{FF2B5EF4-FFF2-40B4-BE49-F238E27FC236}">
                <a16:creationId xmlns:a16="http://schemas.microsoft.com/office/drawing/2014/main" id="{076D74BA-4C9E-8DC7-9E80-20BD1DE74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9807" y="2109334"/>
            <a:ext cx="809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Intrinsic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53" name="intrinsic-rank-bg">
            <a:extLst xmlns:a="http://schemas.openxmlformats.org/drawingml/2006/main">
              <a:ext uri="{FF2B5EF4-FFF2-40B4-BE49-F238E27FC236}">
                <a16:creationId xmlns:a16="http://schemas.microsoft.com/office/drawing/2014/main" id="{FDFB0BF6-165E-9DE9-8C5F-23D76EB7E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3607" y="3152775"/>
            <a:ext cx="962025" cy="639309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FFAF1"/>
          </a:solidFill>
          <a:ln xmlns:a="http://schemas.openxmlformats.org/drawingml/2006/main" w="13335">
            <a:solidFill>
              <a:srgbClr val="A36B0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4" name="intrinsic-rank-title">
            <a:extLst xmlns:a="http://schemas.openxmlformats.org/drawingml/2006/main">
              <a:ext uri="{FF2B5EF4-FFF2-40B4-BE49-F238E27FC236}">
                <a16:creationId xmlns:a16="http://schemas.microsoft.com/office/drawing/2014/main" id="{529531A4-B740-B072-F3B4-4C8A48576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9807" y="3209925"/>
            <a:ext cx="809625" cy="5457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Intrinsic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ranking</a:t>
            </a:r>
          </a:p>
        </p:txBody>
      </p:sp>
      <p:sp>
        <p:nvSpPr>
          <p:cNvPr id="55" name="ranking-comparison-bg">
            <a:extLst xmlns:a="http://schemas.openxmlformats.org/drawingml/2006/main">
              <a:ext uri="{FF2B5EF4-FFF2-40B4-BE49-F238E27FC236}">
                <a16:creationId xmlns:a16="http://schemas.microsoft.com/office/drawing/2014/main" id="{AA02FB29-AE6B-8E03-7A3C-B4AFC346D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9307" y="4105275"/>
            <a:ext cx="120015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AF1"/>
          </a:solidFill>
          <a:ln xmlns:a="http://schemas.openxmlformats.org/drawingml/2006/main" w="13335">
            <a:solidFill>
              <a:srgbClr val="A36B0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6" name="ranking-comparison-title">
            <a:extLst xmlns:a="http://schemas.openxmlformats.org/drawingml/2006/main">
              <a:ext uri="{FF2B5EF4-FFF2-40B4-BE49-F238E27FC236}">
                <a16:creationId xmlns:a16="http://schemas.microsoft.com/office/drawing/2014/main" id="{0B43C4F3-FEA0-B48D-814B-66A2FA21A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3119" y="4160996"/>
            <a:ext cx="1169193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Compare 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R</a:t>
            </a: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ankings</a:t>
            </a:r>
            <a:br/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(same </a:t>
            </a: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chunker</a:t>
            </a: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)</a:t>
            </a:r>
            <a:endParaRPr sz="1200" b="1" i="0">
              <a:solidFill>
                <a:srgbClr val="1D2B3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7" name="ranking-finding-bg">
            <a:extLst xmlns:a="http://schemas.openxmlformats.org/drawingml/2006/main">
              <a:ext uri="{FF2B5EF4-FFF2-40B4-BE49-F238E27FC236}">
                <a16:creationId xmlns:a16="http://schemas.microsoft.com/office/drawing/2014/main" id="{147772D5-9C68-BB79-4DAD-0C9AD82BE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4544" y="4895850"/>
            <a:ext cx="1200150" cy="55245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FFF2E3"/>
          </a:solidFill>
          <a:ln xmlns:a="http://schemas.openxmlformats.org/drawingml/2006/main" w="13335">
            <a:solidFill>
              <a:srgbClr val="D06D1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8" name="ranking-finding-title">
            <a:extLst xmlns:a="http://schemas.openxmlformats.org/drawingml/2006/main">
              <a:ext uri="{FF2B5EF4-FFF2-40B4-BE49-F238E27FC236}">
                <a16:creationId xmlns:a16="http://schemas.microsoft.com/office/drawing/2014/main" id="{D604B551-3D45-5124-6F6C-2D87E4D31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3119" y="4924425"/>
            <a:ext cx="114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buNone/>
              <a:defRPr sz="1125" b="1" i="0">
                <a:solidFill>
                  <a:srgbClr val="6D3504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6D3504"/>
                </a:solidFill>
                <a:latin typeface="Arial"/>
                <a:ea typeface="Arial"/>
                <a:cs typeface="Arial"/>
              </a:rPr>
              <a:t>Intrinsic </a:t>
            </a:r>
          </a:p>
          <a:p xmlns:a="http://schemas.openxmlformats.org/drawingml/2006/main">
            <a:pPr algn="ctr">
              <a:lnSpc>
                <a:spcPct val="90000"/>
              </a:lnSpc>
              <a:buNone/>
              <a:defRPr sz="1125" b="1" i="0">
                <a:solidFill>
                  <a:srgbClr val="6D350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D3504"/>
                </a:solidFill>
                <a:latin typeface="Arial"/>
                <a:ea typeface="Arial"/>
                <a:cs typeface="Arial"/>
              </a:rPr>
              <a:t>ranking</a:t>
            </a:r>
          </a:p>
          <a:p xmlns:a="http://schemas.openxmlformats.org/drawingml/2006/main">
            <a:pPr algn="ctr">
              <a:lnSpc>
                <a:spcPct val="90000"/>
              </a:lnSpc>
              <a:buNone/>
              <a:defRPr sz="1125" b="1" i="0">
                <a:solidFill>
                  <a:srgbClr val="6D350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D3504"/>
                </a:solidFill>
                <a:latin typeface="Arial"/>
                <a:ea typeface="Arial"/>
                <a:cs typeface="Arial"/>
              </a:rPr>
              <a:t>c</a:t>
            </a:r>
            <a:r>
              <a:rPr sz="1125" b="1" i="0">
                <a:solidFill>
                  <a:srgbClr val="6D3504"/>
                </a:solidFill>
                <a:latin typeface="Arial"/>
                <a:ea typeface="Arial"/>
                <a:cs typeface="Arial"/>
              </a:rPr>
              <a:t>an mislead</a:t>
            </a:r>
          </a:p>
        </p:txBody>
      </p:sp>
      <p:sp>
        <p:nvSpPr>
          <p:cNvPr id="59" name="contribution-c1-bg">
            <a:extLst xmlns:a="http://schemas.openxmlformats.org/drawingml/2006/main">
              <a:ext uri="{FF2B5EF4-FFF2-40B4-BE49-F238E27FC236}">
                <a16:creationId xmlns:a16="http://schemas.microsoft.com/office/drawing/2014/main" id="{EF6471AA-5307-8B0A-20E1-DF689B0E2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282" y="3962400"/>
            <a:ext cx="3429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4C968"/>
          </a:solidFill>
          <a:ln xmlns:a="http://schemas.openxmlformats.org/drawingml/2006/main" w="13335">
            <a:solidFill>
              <a:srgbClr val="A36B0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0" name="contribution-c1-text">
            <a:extLst xmlns:a="http://schemas.openxmlformats.org/drawingml/2006/main">
              <a:ext uri="{FF2B5EF4-FFF2-40B4-BE49-F238E27FC236}">
                <a16:creationId xmlns:a16="http://schemas.microsoft.com/office/drawing/2014/main" id="{129AE673-40F6-4AB9-AEBF-4A99197E2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1332" y="3981450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350" b="1" i="0">
                <a:solidFill>
                  <a:srgbClr val="2D200B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2D200B"/>
                </a:solidFill>
                <a:latin typeface="Arial"/>
                <a:ea typeface="Arial"/>
                <a:cs typeface="Arial"/>
              </a:rPr>
              <a:t>C1</a:t>
            </a:r>
          </a:p>
        </p:txBody>
      </p:sp>
      <p:sp>
        <p:nvSpPr>
          <p:cNvPr id="61" name="candidate-index-label">
            <a:extLst xmlns:a="http://schemas.openxmlformats.org/drawingml/2006/main">
              <a:ext uri="{FF2B5EF4-FFF2-40B4-BE49-F238E27FC236}">
                <a16:creationId xmlns:a16="http://schemas.microsoft.com/office/drawing/2014/main" id="{EC9DCD1F-A71C-3463-6E85-9EE69BD81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6804932"/>
            <a:ext cx="1238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candidate index</a:t>
            </a:r>
          </a:p>
        </p:txBody>
      </p:sp>
      <p:sp>
        <p:nvSpPr>
          <p:cNvPr id="62" name="search-probe-bg">
            <a:extLst xmlns:a="http://schemas.openxmlformats.org/drawingml/2006/main">
              <a:ext uri="{FF2B5EF4-FFF2-40B4-BE49-F238E27FC236}">
                <a16:creationId xmlns:a16="http://schemas.microsoft.com/office/drawing/2014/main" id="{E04FFB8D-0B57-FACB-D695-5D6F7D022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876300"/>
            <a:ext cx="3714750" cy="990600"/>
          </a:xfrm>
          <a:prstGeom xmlns:a="http://schemas.openxmlformats.org/drawingml/2006/main" prst="roundRect">
            <a:avLst>
              <a:gd name="adj" fmla="val 13462"/>
            </a:avLst>
          </a:prstGeom>
          <a:solidFill xmlns:a="http://schemas.openxmlformats.org/drawingml/2006/main">
            <a:srgbClr val="082B45"/>
          </a:solidFill>
          <a:ln xmlns:a="http://schemas.openxmlformats.org/drawingml/2006/main" w="13335">
            <a:solidFill>
              <a:srgbClr val="061D2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3" name="search-probe-title">
            <a:extLst xmlns:a="http://schemas.openxmlformats.org/drawingml/2006/main">
              <a:ext uri="{FF2B5EF4-FFF2-40B4-BE49-F238E27FC236}">
                <a16:creationId xmlns:a16="http://schemas.microsoft.com/office/drawing/2014/main" id="{35C2DA44-5ADD-ED5F-1696-FDF9A695A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93345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5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Search with probe queries</a:t>
            </a:r>
          </a:p>
        </p:txBody>
      </p:sp>
      <p:sp>
        <p:nvSpPr>
          <p:cNvPr id="72" name="relevant-chunk-bg">
            <a:extLst xmlns:a="http://schemas.openxmlformats.org/drawingml/2006/main">
              <a:ext uri="{FF2B5EF4-FFF2-40B4-BE49-F238E27FC236}">
                <a16:creationId xmlns:a16="http://schemas.microsoft.com/office/drawing/2014/main" id="{9DCE9DC3-7016-B258-D2BD-FA59DCAC3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57400"/>
            <a:ext cx="371475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082B45"/>
          </a:solidFill>
          <a:ln xmlns:a="http://schemas.openxmlformats.org/drawingml/2006/main" w="13335">
            <a:solidFill>
              <a:srgbClr val="061D2D"/>
            </a:solidFill>
            <a:prstDash val="solid"/>
          </a:ln>
        </p:spPr>
      </p:sp>
      <p:sp>
        <p:nvSpPr>
          <p:cNvPr id="73" name="relevant-chunk-title">
            <a:extLst xmlns:a="http://schemas.openxmlformats.org/drawingml/2006/main">
              <a:ext uri="{FF2B5EF4-FFF2-40B4-BE49-F238E27FC236}">
                <a16:creationId xmlns:a16="http://schemas.microsoft.com/office/drawing/2014/main" id="{536263A7-1BCF-E667-142B-AC5C00830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33600"/>
            <a:ext cx="35623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Relevant chunk</a:t>
            </a:r>
          </a:p>
        </p:txBody>
      </p:sp>
      <p:sp>
        <p:nvSpPr>
          <p:cNvPr id="74" name="relevant-chunk-subtitle">
            <a:extLst xmlns:a="http://schemas.openxmlformats.org/drawingml/2006/main">
              <a:ext uri="{FF2B5EF4-FFF2-40B4-BE49-F238E27FC236}">
                <a16:creationId xmlns:a16="http://schemas.microsoft.com/office/drawing/2014/main" id="{5A4C8B63-2811-DA53-261F-FA602F313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505075"/>
            <a:ext cx="35623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200" b="0" i="0">
                <a:solidFill>
                  <a:srgbClr val="E4EDF3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E4EDF3"/>
                </a:solidFill>
                <a:latin typeface="Arial"/>
                <a:ea typeface="Arial"/>
                <a:cs typeface="Arial"/>
              </a:rPr>
              <a:t>from reference page AND contains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200" b="0" i="0">
                <a:solidFill>
                  <a:srgbClr val="E4EDF3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E4EDF3"/>
                </a:solidFill>
                <a:latin typeface="Arial"/>
                <a:ea typeface="Arial"/>
                <a:cs typeface="Arial"/>
              </a:rPr>
              <a:t>normalised answer span</a:t>
            </a:r>
          </a:p>
        </p:txBody>
      </p:sp>
      <p:sp>
        <p:nvSpPr>
          <p:cNvPr id="75" name="mrr-bg">
            <a:extLst xmlns:a="http://schemas.openxmlformats.org/drawingml/2006/main">
              <a:ext uri="{FF2B5EF4-FFF2-40B4-BE49-F238E27FC236}">
                <a16:creationId xmlns:a16="http://schemas.microsoft.com/office/drawing/2014/main" id="{DCD6BB38-F4B6-4CED-498E-459BB6F41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257550"/>
            <a:ext cx="3714750" cy="55245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082B45"/>
          </a:solidFill>
          <a:ln xmlns:a="http://schemas.openxmlformats.org/drawingml/2006/main" w="13335">
            <a:solidFill>
              <a:srgbClr val="061D2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6" name="mrr-title">
            <a:extLst xmlns:a="http://schemas.openxmlformats.org/drawingml/2006/main">
              <a:ext uri="{FF2B5EF4-FFF2-40B4-BE49-F238E27FC236}">
                <a16:creationId xmlns:a16="http://schemas.microsoft.com/office/drawing/2014/main" id="{39B92D93-189C-2741-9AD6-BCC4D52F2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314700"/>
            <a:ext cx="3562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8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MRR@k</a:t>
            </a:r>
          </a:p>
        </p:txBody>
      </p:sp>
      <p:sp>
        <p:nvSpPr>
          <p:cNvPr id="77" name="rcps-score-bg">
            <a:extLst xmlns:a="http://schemas.openxmlformats.org/drawingml/2006/main">
              <a:ext uri="{FF2B5EF4-FFF2-40B4-BE49-F238E27FC236}">
                <a16:creationId xmlns:a16="http://schemas.microsoft.com/office/drawing/2014/main" id="{A5616B6D-D854-3534-DCCC-9270C4212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95750"/>
            <a:ext cx="3714750" cy="1047750"/>
          </a:xfrm>
          <a:prstGeom xmlns:a="http://schemas.openxmlformats.org/drawingml/2006/main" prst="roundRect">
            <a:avLst>
              <a:gd name="adj" fmla="val 12727"/>
            </a:avLst>
          </a:prstGeom>
          <a:solidFill xmlns:a="http://schemas.openxmlformats.org/drawingml/2006/main">
            <a:srgbClr val="082B45"/>
          </a:solidFill>
          <a:ln xmlns:a="http://schemas.openxmlformats.org/drawingml/2006/main" w="13335">
            <a:solidFill>
              <a:srgbClr val="2B9E6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8" name="rcps-score-title">
            <a:extLst xmlns:a="http://schemas.openxmlformats.org/drawingml/2006/main">
              <a:ext uri="{FF2B5EF4-FFF2-40B4-BE49-F238E27FC236}">
                <a16:creationId xmlns:a16="http://schemas.microsoft.com/office/drawing/2014/main" id="{59E8AE03-2802-8177-2511-8D65C7244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171950"/>
            <a:ext cx="3562350" cy="471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22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RCPS(P,C)</a:t>
            </a:r>
          </a:p>
        </p:txBody>
      </p:sp>
      <p:sp>
        <p:nvSpPr>
          <p:cNvPr id="79" name="rcps-score-subtitle">
            <a:extLst xmlns:a="http://schemas.openxmlformats.org/drawingml/2006/main">
              <a:ext uri="{FF2B5EF4-FFF2-40B4-BE49-F238E27FC236}">
                <a16:creationId xmlns:a16="http://schemas.microsoft.com/office/drawing/2014/main" id="{DD1F15B6-03C6-99CA-454E-D7F58F817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588193"/>
            <a:ext cx="3562350" cy="4505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350" b="0" i="0">
                <a:solidFill>
                  <a:srgbClr val="E4EDF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E4EDF3"/>
                </a:solidFill>
                <a:latin typeface="Arial"/>
                <a:ea typeface="Arial"/>
                <a:cs typeface="Arial"/>
              </a:rPr>
              <a:t>mean MRR across retrievers and cutoffs</a:t>
            </a:r>
          </a:p>
        </p:txBody>
      </p:sp>
      <p:sp>
        <p:nvSpPr>
          <p:cNvPr id="80" name="contribution-c3-bg">
            <a:extLst xmlns:a="http://schemas.openxmlformats.org/drawingml/2006/main">
              <a:ext uri="{FF2B5EF4-FFF2-40B4-BE49-F238E27FC236}">
                <a16:creationId xmlns:a16="http://schemas.microsoft.com/office/drawing/2014/main" id="{34D56896-877C-076C-53FB-73B15133F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1418" y="3997643"/>
            <a:ext cx="3429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4C968"/>
          </a:solidFill>
          <a:ln xmlns:a="http://schemas.openxmlformats.org/drawingml/2006/main" w="13335">
            <a:solidFill>
              <a:srgbClr val="A36B0D"/>
            </a:solidFill>
            <a:prstDash val="solid"/>
          </a:ln>
        </p:spPr>
      </p:sp>
      <p:sp>
        <p:nvSpPr>
          <p:cNvPr id="81" name="contribution-c3-text">
            <a:extLst xmlns:a="http://schemas.openxmlformats.org/drawingml/2006/main">
              <a:ext uri="{FF2B5EF4-FFF2-40B4-BE49-F238E27FC236}">
                <a16:creationId xmlns:a16="http://schemas.microsoft.com/office/drawing/2014/main" id="{7B9D4728-17D9-6179-55AE-177771C3D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0468" y="4016693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350" b="1" i="0">
                <a:solidFill>
                  <a:srgbClr val="2D200B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2D200B"/>
                </a:solidFill>
                <a:latin typeface="Arial"/>
                <a:ea typeface="Arial"/>
                <a:cs typeface="Arial"/>
              </a:rPr>
              <a:t>C2</a:t>
            </a:r>
          </a:p>
        </p:txBody>
      </p:sp>
      <p:sp>
        <p:nvSpPr>
          <p:cNvPr id="82" name="controlled-settings-bg">
            <a:extLst xmlns:a="http://schemas.openxmlformats.org/drawingml/2006/main">
              <a:ext uri="{FF2B5EF4-FFF2-40B4-BE49-F238E27FC236}">
                <a16:creationId xmlns:a16="http://schemas.microsoft.com/office/drawing/2014/main" id="{8A59C210-3B4A-DC9C-0EE1-04BD9ACB8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5476875"/>
            <a:ext cx="3429000" cy="1285875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8FBFD"/>
          </a:solidFill>
          <a:ln xmlns:a="http://schemas.openxmlformats.org/drawingml/2006/main" w="11430">
            <a:solidFill>
              <a:srgbClr val="6E97B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3" name="controlled-settings-title">
            <a:extLst xmlns:a="http://schemas.openxmlformats.org/drawingml/2006/main">
              <a:ext uri="{FF2B5EF4-FFF2-40B4-BE49-F238E27FC236}">
                <a16:creationId xmlns:a16="http://schemas.microsoft.com/office/drawing/2014/main" id="{33DCB9EF-529E-70CF-71A9-C47B6E73A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552450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350" b="1" i="0">
                <a:solidFill>
                  <a:srgbClr val="34566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34566F"/>
                </a:solidFill>
                <a:latin typeface="Arial"/>
                <a:ea typeface="Arial"/>
                <a:cs typeface="Arial"/>
              </a:rPr>
              <a:t>Controlled settings</a:t>
            </a:r>
          </a:p>
        </p:txBody>
      </p:sp>
      <p:sp>
        <p:nvSpPr>
          <p:cNvPr id="84" name="controlled-probe-set-bg">
            <a:extLst xmlns:a="http://schemas.openxmlformats.org/drawingml/2006/main">
              <a:ext uri="{FF2B5EF4-FFF2-40B4-BE49-F238E27FC236}">
                <a16:creationId xmlns:a16="http://schemas.microsoft.com/office/drawing/2014/main" id="{FC4BDE6F-2343-9874-0866-D2746E26F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5915025"/>
            <a:ext cx="1476375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9AB8CC"/>
            </a:solidFill>
            <a:prstDash val="solid"/>
          </a:ln>
        </p:spPr>
      </p:sp>
      <p:sp>
        <p:nvSpPr>
          <p:cNvPr id="85" name="controlled-probe-set-text">
            <a:extLst xmlns:a="http://schemas.openxmlformats.org/drawingml/2006/main">
              <a:ext uri="{FF2B5EF4-FFF2-40B4-BE49-F238E27FC236}">
                <a16:creationId xmlns:a16="http://schemas.microsoft.com/office/drawing/2014/main" id="{C51013C6-AA35-C8E1-631A-2AE02C35E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934075"/>
            <a:ext cx="14192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buNone/>
              <a:defRPr sz="1125" b="1" i="0">
                <a:solidFill>
                  <a:srgbClr val="34566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34566F"/>
                </a:solidFill>
                <a:latin typeface="Arial"/>
                <a:ea typeface="Arial"/>
                <a:cs typeface="Arial"/>
              </a:rPr>
              <a:t>Probe set</a:t>
            </a:r>
          </a:p>
        </p:txBody>
      </p:sp>
      <p:sp>
        <p:nvSpPr>
          <p:cNvPr id="86" name="controlled-retrievers-bg">
            <a:extLst xmlns:a="http://schemas.openxmlformats.org/drawingml/2006/main">
              <a:ext uri="{FF2B5EF4-FFF2-40B4-BE49-F238E27FC236}">
                <a16:creationId xmlns:a16="http://schemas.microsoft.com/office/drawing/2014/main" id="{E3F23C7D-5A67-CC8B-58B2-871A4DD84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5915025"/>
            <a:ext cx="1476375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9AB8CC"/>
            </a:solidFill>
            <a:prstDash val="solid"/>
          </a:ln>
        </p:spPr>
      </p:sp>
      <p:sp>
        <p:nvSpPr>
          <p:cNvPr id="87" name="controlled-retrievers-text">
            <a:extLst xmlns:a="http://schemas.openxmlformats.org/drawingml/2006/main">
              <a:ext uri="{FF2B5EF4-FFF2-40B4-BE49-F238E27FC236}">
                <a16:creationId xmlns:a16="http://schemas.microsoft.com/office/drawing/2014/main" id="{E553763E-9987-ED0D-B533-2FC984874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5934075"/>
            <a:ext cx="14192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buNone/>
              <a:defRPr sz="1125" b="1" i="0">
                <a:solidFill>
                  <a:srgbClr val="34566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34566F"/>
                </a:solidFill>
                <a:latin typeface="Arial"/>
                <a:ea typeface="Arial"/>
                <a:cs typeface="Arial"/>
              </a:rPr>
              <a:t>Retriever models</a:t>
            </a:r>
          </a:p>
        </p:txBody>
      </p:sp>
      <p:sp>
        <p:nvSpPr>
          <p:cNvPr id="88" name="controlled-cutoffs-bg">
            <a:extLst xmlns:a="http://schemas.openxmlformats.org/drawingml/2006/main">
              <a:ext uri="{FF2B5EF4-FFF2-40B4-BE49-F238E27FC236}">
                <a16:creationId xmlns:a16="http://schemas.microsoft.com/office/drawing/2014/main" id="{EB974200-D406-885F-7835-3C9B32FEC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6334125"/>
            <a:ext cx="1476375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9AB8CC"/>
            </a:solidFill>
            <a:prstDash val="solid"/>
          </a:ln>
        </p:spPr>
      </p:sp>
      <p:sp>
        <p:nvSpPr>
          <p:cNvPr id="89" name="controlled-cutoffs-text">
            <a:extLst xmlns:a="http://schemas.openxmlformats.org/drawingml/2006/main">
              <a:ext uri="{FF2B5EF4-FFF2-40B4-BE49-F238E27FC236}">
                <a16:creationId xmlns:a16="http://schemas.microsoft.com/office/drawing/2014/main" id="{CDF6BB1A-5DE0-FD2F-37EB-948C0919E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6353175"/>
            <a:ext cx="14192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buNone/>
              <a:defRPr sz="1125" b="1" i="0">
                <a:solidFill>
                  <a:srgbClr val="34566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34566F"/>
                </a:solidFill>
                <a:latin typeface="Arial"/>
                <a:ea typeface="Arial"/>
                <a:cs typeface="Arial"/>
              </a:rPr>
              <a:t>Cutoffs k = 1, 5, 10</a:t>
            </a:r>
          </a:p>
        </p:txBody>
      </p:sp>
      <p:sp>
        <p:nvSpPr>
          <p:cNvPr id="90" name="controlled-relevance-bg">
            <a:extLst xmlns:a="http://schemas.openxmlformats.org/drawingml/2006/main">
              <a:ext uri="{FF2B5EF4-FFF2-40B4-BE49-F238E27FC236}">
                <a16:creationId xmlns:a16="http://schemas.microsoft.com/office/drawing/2014/main" id="{32116A02-B6F7-C049-F7B4-85DC20925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6334125"/>
            <a:ext cx="1476375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9AB8CC"/>
            </a:solidFill>
            <a:prstDash val="solid"/>
          </a:ln>
        </p:spPr>
      </p:sp>
      <p:sp>
        <p:nvSpPr>
          <p:cNvPr id="91" name="controlled-relevance-text">
            <a:extLst xmlns:a="http://schemas.openxmlformats.org/drawingml/2006/main">
              <a:ext uri="{FF2B5EF4-FFF2-40B4-BE49-F238E27FC236}">
                <a16:creationId xmlns:a16="http://schemas.microsoft.com/office/drawing/2014/main" id="{C677A94C-E715-DBF9-F395-57C7AF707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6353175"/>
            <a:ext cx="14192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buNone/>
              <a:defRPr sz="1125" b="1" i="0">
                <a:solidFill>
                  <a:srgbClr val="34566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34566F"/>
                </a:solidFill>
                <a:latin typeface="Arial"/>
                <a:ea typeface="Arial"/>
                <a:cs typeface="Arial"/>
              </a:rPr>
              <a:t>Relevance rule</a:t>
            </a:r>
          </a:p>
        </p:txBody>
      </p:sp>
      <p:sp>
        <p:nvSpPr>
          <p:cNvPr id="92" name="candidate-scores-bg">
            <a:extLst xmlns:a="http://schemas.openxmlformats.org/drawingml/2006/main">
              <a:ext uri="{FF2B5EF4-FFF2-40B4-BE49-F238E27FC236}">
                <a16:creationId xmlns:a16="http://schemas.microsoft.com/office/drawing/2014/main" id="{6CA4B8D3-39D3-1B21-B08E-E06F89C56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7200900"/>
            <a:ext cx="371475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0E3958"/>
          </a:solidFill>
          <a:ln xmlns:a="http://schemas.openxmlformats.org/drawingml/2006/main" w="13335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3" name="candidate-scores-title">
            <a:extLst xmlns:a="http://schemas.openxmlformats.org/drawingml/2006/main">
              <a:ext uri="{FF2B5EF4-FFF2-40B4-BE49-F238E27FC236}">
                <a16:creationId xmlns:a16="http://schemas.microsoft.com/office/drawing/2014/main" id="{5B9D682A-ACD1-D195-7BEA-F6D99B9FA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7277100"/>
            <a:ext cx="35623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5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Candidate-wise RCPS scores</a:t>
            </a:r>
          </a:p>
        </p:txBody>
      </p:sp>
      <p:sp>
        <p:nvSpPr>
          <p:cNvPr id="94" name="candidate-scores-subtitle">
            <a:extLst xmlns:a="http://schemas.openxmlformats.org/drawingml/2006/main">
              <a:ext uri="{FF2B5EF4-FFF2-40B4-BE49-F238E27FC236}">
                <a16:creationId xmlns:a16="http://schemas.microsoft.com/office/drawing/2014/main" id="{96BD9E14-0DCA-27B5-90A5-5C5537398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7648575"/>
            <a:ext cx="35623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275" b="0" i="0">
                <a:solidFill>
                  <a:srgbClr val="E4EDF3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E4EDF3"/>
                </a:solidFill>
                <a:latin typeface="Arial"/>
                <a:ea typeface="Arial"/>
                <a:cs typeface="Arial"/>
              </a:rPr>
              <a:t>one score for every P_i x C_j</a:t>
            </a:r>
          </a:p>
        </p:txBody>
      </p:sp>
      <p:sp>
        <p:nvSpPr>
          <p:cNvPr id="95" name="score-matrix-frame">
            <a:extLst xmlns:a="http://schemas.openxmlformats.org/drawingml/2006/main">
              <a:ext uri="{FF2B5EF4-FFF2-40B4-BE49-F238E27FC236}">
                <a16:creationId xmlns:a16="http://schemas.microsoft.com/office/drawing/2014/main" id="{C180FB44-9E5A-3D4E-A71F-90963C04A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666750"/>
            <a:ext cx="3429000" cy="2609850"/>
          </a:xfrm>
          <a:prstGeom xmlns:a="http://schemas.openxmlformats.org/drawingml/2006/main" prst="roundRect">
            <a:avLst>
              <a:gd name="adj" fmla="val 43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1622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6" name="score-matrix-header">
            <a:extLst xmlns:a="http://schemas.openxmlformats.org/drawingml/2006/main">
              <a:ext uri="{FF2B5EF4-FFF2-40B4-BE49-F238E27FC236}">
                <a16:creationId xmlns:a16="http://schemas.microsoft.com/office/drawing/2014/main" id="{2B9D977F-2DD2-6F6B-DD55-F75061D6F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666750"/>
            <a:ext cx="342900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82B45"/>
          </a:solidFill>
          <a:ln xmlns:a="http://schemas.openxmlformats.org/drawingml/2006/main" w="11430">
            <a:solidFill>
              <a:srgbClr val="061D2D"/>
            </a:solidFill>
            <a:prstDash val="solid"/>
          </a:ln>
        </p:spPr>
      </p:sp>
      <p:sp>
        <p:nvSpPr>
          <p:cNvPr id="97" name="score-matrix-header-fill">
            <a:extLst xmlns:a="http://schemas.openxmlformats.org/drawingml/2006/main">
              <a:ext uri="{FF2B5EF4-FFF2-40B4-BE49-F238E27FC236}">
                <a16:creationId xmlns:a16="http://schemas.microsoft.com/office/drawing/2014/main" id="{57F6A6A7-DF79-4F3C-4F41-855AFCCA7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890839"/>
            <a:ext cx="34290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2B45"/>
          </a:solidFill>
          <a:ln xmlns:a="http://schemas.openxmlformats.org/drawingml/2006/main" w="0">
            <a:solidFill>
              <a:srgbClr val="082B4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8" name="score-matrix-title">
            <a:extLst xmlns:a="http://schemas.openxmlformats.org/drawingml/2006/main">
              <a:ext uri="{FF2B5EF4-FFF2-40B4-BE49-F238E27FC236}">
                <a16:creationId xmlns:a16="http://schemas.microsoft.com/office/drawing/2014/main" id="{0A80B3FD-DA24-4C1E-CC3A-9609FDEE1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685800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5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RCPS score matrix</a:t>
            </a:r>
          </a:p>
        </p:txBody>
      </p:sp>
      <p:sp>
        <p:nvSpPr>
          <p:cNvPr id="99" name="matrix-cell-0-0">
            <a:extLst xmlns:a="http://schemas.openxmlformats.org/drawingml/2006/main">
              <a:ext uri="{FF2B5EF4-FFF2-40B4-BE49-F238E27FC236}">
                <a16:creationId xmlns:a16="http://schemas.microsoft.com/office/drawing/2014/main" id="{A866A2C3-00F3-1896-57E0-0A845C8DB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93369" y="149392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AF5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0" name="matrix-cell-0-1">
            <a:extLst xmlns:a="http://schemas.openxmlformats.org/drawingml/2006/main">
              <a:ext uri="{FF2B5EF4-FFF2-40B4-BE49-F238E27FC236}">
                <a16:creationId xmlns:a16="http://schemas.microsoft.com/office/drawing/2014/main" id="{DEB312F7-135C-5DB0-134E-826A4EE29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50569" y="149392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B5D4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1" name="matrix-cell-0-2">
            <a:extLst xmlns:a="http://schemas.openxmlformats.org/drawingml/2006/main">
              <a:ext uri="{FF2B5EF4-FFF2-40B4-BE49-F238E27FC236}">
                <a16:creationId xmlns:a16="http://schemas.microsoft.com/office/drawing/2014/main" id="{7F379A8F-3952-1368-34A9-9BE2986F3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7769" y="149392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4E7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2" name="matrix-cell-0-3">
            <a:extLst xmlns:a="http://schemas.openxmlformats.org/drawingml/2006/main">
              <a:ext uri="{FF2B5EF4-FFF2-40B4-BE49-F238E27FC236}">
                <a16:creationId xmlns:a16="http://schemas.microsoft.com/office/drawing/2014/main" id="{F016095D-EEFF-015B-2F6B-765F3D27C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64969" y="149392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9FC4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3" name="matrix-cell-0-4">
            <a:extLst xmlns:a="http://schemas.openxmlformats.org/drawingml/2006/main">
              <a:ext uri="{FF2B5EF4-FFF2-40B4-BE49-F238E27FC236}">
                <a16:creationId xmlns:a16="http://schemas.microsoft.com/office/drawing/2014/main" id="{415171AF-50C9-4FFA-C6CA-5AF947960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22169" y="149392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C0D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4" name="matrix-cell-1-0">
            <a:extLst xmlns:a="http://schemas.openxmlformats.org/drawingml/2006/main">
              <a:ext uri="{FF2B5EF4-FFF2-40B4-BE49-F238E27FC236}">
                <a16:creationId xmlns:a16="http://schemas.microsoft.com/office/drawing/2014/main" id="{835B4E7E-9F6F-28D3-BB46-CA7BE1D80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93369" y="185587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9CC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5" name="matrix-cell-1-1">
            <a:extLst xmlns:a="http://schemas.openxmlformats.org/drawingml/2006/main">
              <a:ext uri="{FF2B5EF4-FFF2-40B4-BE49-F238E27FC236}">
                <a16:creationId xmlns:a16="http://schemas.microsoft.com/office/drawing/2014/main" id="{75733B23-A1B0-F8F4-162F-28844F4FF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50569" y="185587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3AAC9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6" name="matrix-cell-1-2">
            <a:extLst xmlns:a="http://schemas.openxmlformats.org/drawingml/2006/main">
              <a:ext uri="{FF2B5EF4-FFF2-40B4-BE49-F238E27FC236}">
                <a16:creationId xmlns:a16="http://schemas.microsoft.com/office/drawing/2014/main" id="{65FCDBC9-CC03-636E-1E97-7FCBB1592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7769" y="185587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7FA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7" name="matrix-cell-1-3">
            <a:extLst xmlns:a="http://schemas.openxmlformats.org/drawingml/2006/main">
              <a:ext uri="{FF2B5EF4-FFF2-40B4-BE49-F238E27FC236}">
                <a16:creationId xmlns:a16="http://schemas.microsoft.com/office/drawing/2014/main" id="{4FA71745-F61D-EBF7-E49C-AAD1A93E0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64969" y="185587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8DB5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8" name="matrix-cell-1-4">
            <a:extLst xmlns:a="http://schemas.openxmlformats.org/drawingml/2006/main">
              <a:ext uri="{FF2B5EF4-FFF2-40B4-BE49-F238E27FC236}">
                <a16:creationId xmlns:a16="http://schemas.microsoft.com/office/drawing/2014/main" id="{21473DE1-C324-7E1E-A141-61EC391F0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22169" y="185587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9EC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9" name="matrix-cell-2-0">
            <a:extLst xmlns:a="http://schemas.openxmlformats.org/drawingml/2006/main">
              <a:ext uri="{FF2B5EF4-FFF2-40B4-BE49-F238E27FC236}">
                <a16:creationId xmlns:a16="http://schemas.microsoft.com/office/drawing/2014/main" id="{617854D8-6353-E80B-A059-9D3D46E06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93369" y="221782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B4C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0" name="matrix-cell-2-1">
            <a:extLst xmlns:a="http://schemas.openxmlformats.org/drawingml/2006/main">
              <a:ext uri="{FF2B5EF4-FFF2-40B4-BE49-F238E27FC236}">
                <a16:creationId xmlns:a16="http://schemas.microsoft.com/office/drawing/2014/main" id="{0703E0AB-532D-BB3E-CC2F-FA6F84757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50569" y="221782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E84A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1" name="matrix-cell-2-2">
            <a:extLst xmlns:a="http://schemas.openxmlformats.org/drawingml/2006/main">
              <a:ext uri="{FF2B5EF4-FFF2-40B4-BE49-F238E27FC236}">
                <a16:creationId xmlns:a16="http://schemas.microsoft.com/office/drawing/2014/main" id="{E6635AE9-7DC5-FE5D-7A1F-B6B6176CD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7769" y="221782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C96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2" name="matrix-cell-2-3">
            <a:extLst xmlns:a="http://schemas.openxmlformats.org/drawingml/2006/main">
              <a:ext uri="{FF2B5EF4-FFF2-40B4-BE49-F238E27FC236}">
                <a16:creationId xmlns:a16="http://schemas.microsoft.com/office/drawing/2014/main" id="{52C21E57-DC62-9591-A57F-CE4AB75A2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64969" y="221782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9AB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3" name="matrix-cell-2-4">
            <a:extLst xmlns:a="http://schemas.openxmlformats.org/drawingml/2006/main">
              <a:ext uri="{FF2B5EF4-FFF2-40B4-BE49-F238E27FC236}">
                <a16:creationId xmlns:a16="http://schemas.microsoft.com/office/drawing/2014/main" id="{1F3A086A-DFD1-0B84-E12F-D887E6611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22169" y="221782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AE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4" name="matrix-cell-3-0">
            <a:extLst xmlns:a="http://schemas.openxmlformats.org/drawingml/2006/main">
              <a:ext uri="{FF2B5EF4-FFF2-40B4-BE49-F238E27FC236}">
                <a16:creationId xmlns:a16="http://schemas.microsoft.com/office/drawing/2014/main" id="{5E98F8A3-2956-D241-355F-2D92225B1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93369" y="257977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3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5" name="matrix-cell-3-1">
            <a:extLst xmlns:a="http://schemas.openxmlformats.org/drawingml/2006/main">
              <a:ext uri="{FF2B5EF4-FFF2-40B4-BE49-F238E27FC236}">
                <a16:creationId xmlns:a16="http://schemas.microsoft.com/office/drawing/2014/main" id="{6BA05991-5177-4CEC-1C58-1377F40E9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50569" y="257977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9FC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6" name="matrix-cell-3-2">
            <a:extLst xmlns:a="http://schemas.openxmlformats.org/drawingml/2006/main">
              <a:ext uri="{FF2B5EF4-FFF2-40B4-BE49-F238E27FC236}">
                <a16:creationId xmlns:a16="http://schemas.microsoft.com/office/drawing/2014/main" id="{A691E51B-0A50-7DE3-905D-1F4178B8C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7769" y="257977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0B5C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7" name="matrix-cell-3-3">
            <a:extLst xmlns:a="http://schemas.openxmlformats.org/drawingml/2006/main">
              <a:ext uri="{FF2B5EF4-FFF2-40B4-BE49-F238E27FC236}">
                <a16:creationId xmlns:a16="http://schemas.microsoft.com/office/drawing/2014/main" id="{B5455495-695F-4C16-EA04-938477D86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64969" y="257977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594B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8" name="matrix-cell-3-4">
            <a:extLst xmlns:a="http://schemas.openxmlformats.org/drawingml/2006/main">
              <a:ext uri="{FF2B5EF4-FFF2-40B4-BE49-F238E27FC236}">
                <a16:creationId xmlns:a16="http://schemas.microsoft.com/office/drawing/2014/main" id="{71219DC6-3038-CC88-E900-6902E26BE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22169" y="2579772"/>
            <a:ext cx="457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A4C4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9" name="matrix-highlight">
            <a:extLst xmlns:a="http://schemas.openxmlformats.org/drawingml/2006/main">
              <a:ext uri="{FF2B5EF4-FFF2-40B4-BE49-F238E27FC236}">
                <a16:creationId xmlns:a16="http://schemas.microsoft.com/office/drawing/2014/main" id="{CBC5F454-9FFF-8014-0B95-1D59DCC6C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7769" y="2217822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E2A900"/>
            </a:solidFill>
            <a:prstDash val="solid"/>
          </a:ln>
        </p:spPr>
      </p:sp>
      <p:sp>
        <p:nvSpPr>
          <p:cNvPr id="121" name="matrix-cols">
            <a:extLst xmlns:a="http://schemas.openxmlformats.org/drawingml/2006/main">
              <a:ext uri="{FF2B5EF4-FFF2-40B4-BE49-F238E27FC236}">
                <a16:creationId xmlns:a16="http://schemas.microsoft.com/office/drawing/2014/main" id="{F39F32FD-00D1-B098-2FB9-9FF354ADC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7325" y="1151022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275" b="1" i="0">
                <a:solidFill>
                  <a:srgbClr val="075129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075129"/>
                </a:solidFill>
                <a:latin typeface="Arial"/>
                <a:ea typeface="Arial"/>
                <a:cs typeface="Arial"/>
              </a:rPr>
              <a:t>C_1      ...      </a:t>
            </a:r>
            <a:r>
              <a:rPr sz="1275" b="1" i="0">
                <a:solidFill>
                  <a:srgbClr val="075129"/>
                </a:solidFill>
                <a:latin typeface="Arial"/>
                <a:ea typeface="Arial"/>
                <a:cs typeface="Arial"/>
              </a:rPr>
              <a:t>C_j</a:t>
            </a:r>
            <a:r>
              <a:rPr sz="1275" b="1" i="0">
                <a:solidFill>
                  <a:srgbClr val="075129"/>
                </a:solidFill>
                <a:latin typeface="Arial"/>
                <a:ea typeface="Arial"/>
                <a:cs typeface="Arial"/>
              </a:rPr>
              <a:t>      ...      </a:t>
            </a:r>
            <a:r>
              <a:rPr sz="1275" b="1" i="0">
                <a:solidFill>
                  <a:srgbClr val="075129"/>
                </a:solidFill>
                <a:latin typeface="Arial"/>
                <a:ea typeface="Arial"/>
                <a:cs typeface="Arial"/>
              </a:rPr>
              <a:t>C_c</a:t>
            </a:r>
            <a:endParaRPr sz="1275" b="1" i="0">
              <a:solidFill>
                <a:srgbClr val="075129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2" name="matrix-rows">
            <a:extLst xmlns:a="http://schemas.openxmlformats.org/drawingml/2006/main">
              <a:ext uri="{FF2B5EF4-FFF2-40B4-BE49-F238E27FC236}">
                <a16:creationId xmlns:a16="http://schemas.microsoft.com/office/drawing/2014/main" id="{5ACB02E4-FDB4-BD2C-0921-DA13C70B8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9019" y="1417722"/>
            <a:ext cx="4572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50000"/>
              </a:lnSpc>
              <a:buNone/>
              <a:defRPr sz="1275" b="1" i="0">
                <a:solidFill>
                  <a:srgbClr val="1B5A95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B5A95"/>
                </a:solidFill>
                <a:latin typeface="Arial"/>
                <a:ea typeface="Arial"/>
                <a:cs typeface="Arial"/>
              </a:rPr>
              <a:t>P_1</a:t>
            </a:r>
            <a:endParaRPr sz="1275" b="1" i="0">
              <a:solidFill>
                <a:srgbClr val="1B5A95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algn="ctr">
              <a:lnSpc>
                <a:spcPct val="150000"/>
              </a:lnSpc>
              <a:buNone/>
              <a:defRPr sz="1275" b="1">
                <a:solidFill>
                  <a:srgbClr val="1B5A9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B5A95"/>
                </a:solidFill>
                <a:latin typeface="Arial"/>
                <a:ea typeface="Arial"/>
                <a:cs typeface="Arial"/>
              </a:rPr>
              <a:t>...</a:t>
            </a:r>
            <a:endParaRPr sz="1275" b="1" i="0">
              <a:solidFill>
                <a:srgbClr val="1B5A95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algn="ctr">
              <a:lnSpc>
                <a:spcPct val="150000"/>
              </a:lnSpc>
              <a:buNone/>
              <a:defRPr sz="1275" b="1" i="0">
                <a:solidFill>
                  <a:srgbClr val="1B5A95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B5A95"/>
                </a:solidFill>
                <a:latin typeface="Arial"/>
                <a:ea typeface="Arial"/>
                <a:cs typeface="Arial"/>
              </a:rPr>
              <a:t>P_i</a:t>
            </a:r>
            <a:endParaRPr sz="1275" b="1" i="0">
              <a:solidFill>
                <a:srgbClr val="1B5A95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algn="ctr">
              <a:lnSpc>
                <a:spcPct val="150000"/>
              </a:lnSpc>
              <a:buNone/>
              <a:defRPr sz="1275" b="1">
                <a:solidFill>
                  <a:srgbClr val="1B5A9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B5A95"/>
                </a:solidFill>
                <a:latin typeface="Arial"/>
                <a:ea typeface="Arial"/>
                <a:cs typeface="Arial"/>
              </a:rPr>
              <a:t>...</a:t>
            </a:r>
            <a:endParaRPr sz="1275" b="1" i="0">
              <a:solidFill>
                <a:srgbClr val="1B5A95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algn="ctr">
              <a:lnSpc>
                <a:spcPct val="150000"/>
              </a:lnSpc>
              <a:buNone/>
              <a:defRPr sz="1275" b="1" i="0">
                <a:solidFill>
                  <a:srgbClr val="1B5A95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B5A95"/>
                </a:solidFill>
                <a:latin typeface="Arial"/>
                <a:ea typeface="Arial"/>
                <a:cs typeface="Arial"/>
              </a:rPr>
              <a:t>P_m</a:t>
            </a:r>
            <a:endParaRPr sz="1275" b="1" i="0">
              <a:solidFill>
                <a:srgbClr val="1B5A9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3" name="rank-rule-bg">
            <a:extLst xmlns:a="http://schemas.openxmlformats.org/drawingml/2006/main">
              <a:ext uri="{FF2B5EF4-FFF2-40B4-BE49-F238E27FC236}">
                <a16:creationId xmlns:a16="http://schemas.microsoft.com/office/drawing/2014/main" id="{6D494A0B-64CE-3A73-3ED2-0BC8C9D95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25375" y="3390900"/>
            <a:ext cx="31432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DF4EE"/>
          </a:solidFill>
          <a:ln xmlns:a="http://schemas.openxmlformats.org/drawingml/2006/main" w="10478">
            <a:solidFill>
              <a:srgbClr val="0F7040"/>
            </a:solidFill>
            <a:prstDash val="solid"/>
          </a:ln>
        </p:spPr>
      </p:sp>
      <p:sp>
        <p:nvSpPr>
          <p:cNvPr id="124" name="rank-rule-text">
            <a:extLst xmlns:a="http://schemas.openxmlformats.org/drawingml/2006/main">
              <a:ext uri="{FF2B5EF4-FFF2-40B4-BE49-F238E27FC236}">
                <a16:creationId xmlns:a16="http://schemas.microsoft.com/office/drawing/2014/main" id="{CDBE24DB-2295-A032-1992-BE0E2666B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53950" y="3409950"/>
            <a:ext cx="3086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RCPS rank | latency/compute tie-break</a:t>
            </a:r>
          </a:p>
        </p:txBody>
      </p:sp>
      <p:sp>
        <p:nvSpPr>
          <p:cNvPr id="125" name="selected-config-bg">
            <a:extLst xmlns:a="http://schemas.openxmlformats.org/drawingml/2006/main">
              <a:ext uri="{FF2B5EF4-FFF2-40B4-BE49-F238E27FC236}">
                <a16:creationId xmlns:a16="http://schemas.microsoft.com/office/drawing/2014/main" id="{A70B3AFE-816B-CE09-D839-B1F5493A0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3848100"/>
            <a:ext cx="342900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075129"/>
          </a:solidFill>
          <a:ln xmlns:a="http://schemas.openxmlformats.org/drawingml/2006/main" w="13335">
            <a:solidFill>
              <a:srgbClr val="0A3B2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6" name="selected-config-title">
            <a:extLst xmlns:a="http://schemas.openxmlformats.org/drawingml/2006/main">
              <a:ext uri="{FF2B5EF4-FFF2-40B4-BE49-F238E27FC236}">
                <a16:creationId xmlns:a16="http://schemas.microsoft.com/office/drawing/2014/main" id="{DE7BAA74-C3E3-044E-FB31-14FEAD6DC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3924300"/>
            <a:ext cx="3276600" cy="3000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Selected P* + C*</a:t>
            </a:r>
          </a:p>
        </p:txBody>
      </p:sp>
      <p:sp>
        <p:nvSpPr>
          <p:cNvPr id="127" name="selected-config-subtitle">
            <a:extLst xmlns:a="http://schemas.openxmlformats.org/drawingml/2006/main">
              <a:ext uri="{FF2B5EF4-FFF2-40B4-BE49-F238E27FC236}">
                <a16:creationId xmlns:a16="http://schemas.microsoft.com/office/drawing/2014/main" id="{223D5A4A-3C2E-6807-F281-DF0429D43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4161473"/>
            <a:ext cx="3276600" cy="2867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200" b="0" i="0">
                <a:solidFill>
                  <a:srgbClr val="E4EDF3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E4EDF3"/>
                </a:solidFill>
                <a:latin typeface="Arial"/>
                <a:ea typeface="Arial"/>
                <a:cs typeface="Arial"/>
              </a:rPr>
              <a:t>parser + </a:t>
            </a:r>
            <a:r>
              <a:rPr sz="1200" b="0" i="0">
                <a:solidFill>
                  <a:srgbClr val="E4EDF3"/>
                </a:solidFill>
                <a:latin typeface="Arial"/>
                <a:ea typeface="Arial"/>
                <a:cs typeface="Arial"/>
              </a:rPr>
              <a:t>chunker</a:t>
            </a:r>
            <a:r>
              <a:rPr sz="1200" b="0" i="0">
                <a:solidFill>
                  <a:srgbClr val="E4EDF3"/>
                </a:solidFill>
                <a:latin typeface="Arial"/>
                <a:ea typeface="Arial"/>
                <a:cs typeface="Arial"/>
              </a:rPr>
              <a:t> configuration</a:t>
            </a:r>
          </a:p>
        </p:txBody>
      </p:sp>
      <p:sp>
        <p:nvSpPr>
          <p:cNvPr id="128" name="selected-p-output-bg">
            <a:extLst xmlns:a="http://schemas.openxmlformats.org/drawingml/2006/main">
              <a:ext uri="{FF2B5EF4-FFF2-40B4-BE49-F238E27FC236}">
                <a16:creationId xmlns:a16="http://schemas.microsoft.com/office/drawing/2014/main" id="{34F9D1C7-F5FA-2B72-A6E5-7D7347CB6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4762500"/>
            <a:ext cx="1047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1763A0"/>
            </a:solidFill>
            <a:prstDash val="solid"/>
          </a:ln>
        </p:spPr>
      </p:sp>
      <p:sp>
        <p:nvSpPr>
          <p:cNvPr id="129" name="selected-p-output-text">
            <a:extLst xmlns:a="http://schemas.openxmlformats.org/drawingml/2006/main">
              <a:ext uri="{FF2B5EF4-FFF2-40B4-BE49-F238E27FC236}">
                <a16:creationId xmlns:a16="http://schemas.microsoft.com/office/drawing/2014/main" id="{6E436E38-9B8B-8CF6-A26F-2FD3A95E4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11075" y="4781550"/>
            <a:ext cx="990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P* output</a:t>
            </a:r>
          </a:p>
        </p:txBody>
      </p:sp>
      <p:sp>
        <p:nvSpPr>
          <p:cNvPr id="130" name="selected-c-chunks-bg">
            <a:extLst xmlns:a="http://schemas.openxmlformats.org/drawingml/2006/main">
              <a:ext uri="{FF2B5EF4-FFF2-40B4-BE49-F238E27FC236}">
                <a16:creationId xmlns:a16="http://schemas.microsoft.com/office/drawing/2014/main" id="{25FEB8E3-255A-B546-1253-23B505367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73125" y="4762500"/>
            <a:ext cx="1047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1763A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1" name="selected-c-chunks-text">
            <a:extLst xmlns:a="http://schemas.openxmlformats.org/drawingml/2006/main">
              <a:ext uri="{FF2B5EF4-FFF2-40B4-BE49-F238E27FC236}">
                <a16:creationId xmlns:a16="http://schemas.microsoft.com/office/drawing/2014/main" id="{DF362177-1D61-476E-CDE5-9E29180BD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01700" y="4781550"/>
            <a:ext cx="990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C* chunks</a:t>
            </a:r>
          </a:p>
        </p:txBody>
      </p:sp>
      <p:sp>
        <p:nvSpPr>
          <p:cNvPr id="132" name="reference-fields-bg">
            <a:extLst xmlns:a="http://schemas.openxmlformats.org/drawingml/2006/main">
              <a:ext uri="{FF2B5EF4-FFF2-40B4-BE49-F238E27FC236}">
                <a16:creationId xmlns:a16="http://schemas.microsoft.com/office/drawing/2014/main" id="{DBA6793E-59DC-5DF6-B6F8-6E6D62237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0" y="4762500"/>
            <a:ext cx="1047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1763A0"/>
            </a:solidFill>
            <a:prstDash val="solid"/>
          </a:ln>
        </p:spPr>
      </p:sp>
      <p:sp>
        <p:nvSpPr>
          <p:cNvPr id="133" name="reference-fields-text">
            <a:extLst xmlns:a="http://schemas.openxmlformats.org/drawingml/2006/main">
              <a:ext uri="{FF2B5EF4-FFF2-40B4-BE49-F238E27FC236}">
                <a16:creationId xmlns:a16="http://schemas.microsoft.com/office/drawing/2014/main" id="{93066A2F-47E3-9602-B9D4-8DC22FF0A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92325" y="4781550"/>
            <a:ext cx="990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98380" lnSpcReduction="1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Ref. page</a:t>
            </a:r>
          </a:p>
          <a:p xmlns:a="http://schemas.openxmlformats.org/drawingml/2006/main">
            <a:pPr algn="ctr">
              <a:lnSpc>
                <a:spcPct val="90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+ span</a:t>
            </a:r>
          </a:p>
        </p:txBody>
      </p:sp>
      <p:sp>
        <p:nvSpPr>
          <p:cNvPr id="134" name="coverage-bg">
            <a:extLst xmlns:a="http://schemas.openxmlformats.org/drawingml/2006/main">
              <a:ext uri="{FF2B5EF4-FFF2-40B4-BE49-F238E27FC236}">
                <a16:creationId xmlns:a16="http://schemas.microsoft.com/office/drawing/2014/main" id="{FE91110C-DA24-7364-1964-991BDEAC8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92050" y="5295900"/>
            <a:ext cx="30099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082B45"/>
          </a:solidFill>
          <a:ln xmlns:a="http://schemas.openxmlformats.org/drawingml/2006/main" w="13335">
            <a:solidFill>
              <a:srgbClr val="061D2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5" name="coverage-title">
            <a:extLst xmlns:a="http://schemas.openxmlformats.org/drawingml/2006/main">
              <a:ext uri="{FF2B5EF4-FFF2-40B4-BE49-F238E27FC236}">
                <a16:creationId xmlns:a16="http://schemas.microsoft.com/office/drawing/2014/main" id="{A76D5A6C-68FB-3302-18FC-B99BD7B82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0" y="5372100"/>
            <a:ext cx="28575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4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Coverage diagnostic</a:t>
            </a:r>
          </a:p>
        </p:txBody>
      </p:sp>
      <p:sp>
        <p:nvSpPr>
          <p:cNvPr id="136" name="coverage-subtitle">
            <a:extLst xmlns:a="http://schemas.openxmlformats.org/drawingml/2006/main">
              <a:ext uri="{FF2B5EF4-FFF2-40B4-BE49-F238E27FC236}">
                <a16:creationId xmlns:a16="http://schemas.microsoft.com/office/drawing/2014/main" id="{8EAC023E-4AA5-09EC-CA43-FAC57AC82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0" y="5582412"/>
            <a:ext cx="2857500" cy="2621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125" b="0" i="0">
                <a:solidFill>
                  <a:srgbClr val="E4EDF3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E4EDF3"/>
                </a:solidFill>
                <a:latin typeface="Arial"/>
                <a:ea typeface="Arial"/>
                <a:cs typeface="Arial"/>
              </a:rPr>
              <a:t>retriever-free exact-span check</a:t>
            </a:r>
          </a:p>
        </p:txBody>
      </p:sp>
      <p:sp>
        <p:nvSpPr>
          <p:cNvPr id="137" name="contribution-c2-bg">
            <a:extLst xmlns:a="http://schemas.openxmlformats.org/drawingml/2006/main">
              <a:ext uri="{FF2B5EF4-FFF2-40B4-BE49-F238E27FC236}">
                <a16:creationId xmlns:a16="http://schemas.microsoft.com/office/drawing/2014/main" id="{3AB43F8A-C6D0-FA59-DB70-FE15DA6A3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67318" y="5240655"/>
            <a:ext cx="3429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4C968"/>
          </a:solidFill>
          <a:ln xmlns:a="http://schemas.openxmlformats.org/drawingml/2006/main" w="13335">
            <a:solidFill>
              <a:srgbClr val="A36B0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8" name="contribution-c2-text">
            <a:extLst xmlns:a="http://schemas.openxmlformats.org/drawingml/2006/main">
              <a:ext uri="{FF2B5EF4-FFF2-40B4-BE49-F238E27FC236}">
                <a16:creationId xmlns:a16="http://schemas.microsoft.com/office/drawing/2014/main" id="{D1898C65-7459-718B-0D80-865F71A4A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86368" y="5259705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350" b="1" i="0">
                <a:solidFill>
                  <a:srgbClr val="2D200B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2D200B"/>
                </a:solidFill>
                <a:latin typeface="Arial"/>
                <a:ea typeface="Arial"/>
                <a:cs typeface="Arial"/>
              </a:rPr>
              <a:t>C3</a:t>
            </a:r>
          </a:p>
        </p:txBody>
      </p:sp>
      <p:sp>
        <p:nvSpPr>
          <p:cNvPr id="139" name="outcome-absent-bg">
            <a:extLst xmlns:a="http://schemas.openxmlformats.org/drawingml/2006/main">
              <a:ext uri="{FF2B5EF4-FFF2-40B4-BE49-F238E27FC236}">
                <a16:creationId xmlns:a16="http://schemas.microsoft.com/office/drawing/2014/main" id="{CC29913B-2A9F-D309-B76C-FB7FC4C61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6153150"/>
            <a:ext cx="106680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2E3"/>
          </a:solidFill>
          <a:ln xmlns:a="http://schemas.openxmlformats.org/drawingml/2006/main" w="13335">
            <a:solidFill>
              <a:srgbClr val="D06D13"/>
            </a:solidFill>
            <a:prstDash val="solid"/>
          </a:ln>
        </p:spPr>
      </p:sp>
      <p:sp>
        <p:nvSpPr>
          <p:cNvPr id="140" name="outcome-absent-title">
            <a:extLst xmlns:a="http://schemas.openxmlformats.org/drawingml/2006/main">
              <a:ext uri="{FF2B5EF4-FFF2-40B4-BE49-F238E27FC236}">
                <a16:creationId xmlns:a16="http://schemas.microsoft.com/office/drawing/2014/main" id="{3BE14D58-CCED-DA0A-D64D-48DADEC81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6229350"/>
            <a:ext cx="914400" cy="3000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350" b="1" i="0">
                <a:solidFill>
                  <a:srgbClr val="6D3504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6D3504"/>
                </a:solidFill>
                <a:latin typeface="Arial"/>
                <a:ea typeface="Arial"/>
                <a:cs typeface="Arial"/>
              </a:rPr>
              <a:t>Absent</a:t>
            </a:r>
          </a:p>
        </p:txBody>
      </p:sp>
      <p:sp>
        <p:nvSpPr>
          <p:cNvPr id="141" name="outcome-absent-subtitle">
            <a:extLst xmlns:a="http://schemas.openxmlformats.org/drawingml/2006/main">
              <a:ext uri="{FF2B5EF4-FFF2-40B4-BE49-F238E27FC236}">
                <a16:creationId xmlns:a16="http://schemas.microsoft.com/office/drawing/2014/main" id="{A9271BE0-5D2A-D2B8-744B-BD71A2042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6466523"/>
            <a:ext cx="914400" cy="2867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89664" lnSpcReduction="1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125" b="0" i="0">
                <a:solidFill>
                  <a:srgbClr val="6D3504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D3504"/>
                </a:solidFill>
                <a:latin typeface="Arial"/>
                <a:ea typeface="Arial"/>
                <a:cs typeface="Arial"/>
              </a:rPr>
              <a:t>no match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125" b="0" i="0">
                <a:solidFill>
                  <a:srgbClr val="6D3504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D3504"/>
                </a:solidFill>
                <a:latin typeface="Arial"/>
                <a:ea typeface="Arial"/>
                <a:cs typeface="Arial"/>
              </a:rPr>
              <a:t>in output</a:t>
            </a:r>
          </a:p>
        </p:txBody>
      </p:sp>
      <p:sp>
        <p:nvSpPr>
          <p:cNvPr id="142" name="outcome-covered-bg">
            <a:extLst xmlns:a="http://schemas.openxmlformats.org/drawingml/2006/main">
              <a:ext uri="{FF2B5EF4-FFF2-40B4-BE49-F238E27FC236}">
                <a16:creationId xmlns:a16="http://schemas.microsoft.com/office/drawing/2014/main" id="{BB37463F-F3E5-1CA3-0B20-293B86DEF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6153150"/>
            <a:ext cx="106680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F2E8"/>
          </a:solidFill>
          <a:ln xmlns:a="http://schemas.openxmlformats.org/drawingml/2006/main" w="13335">
            <a:solidFill>
              <a:srgbClr val="4F7E45"/>
            </a:solidFill>
            <a:prstDash val="solid"/>
          </a:ln>
        </p:spPr>
      </p:sp>
      <p:sp>
        <p:nvSpPr>
          <p:cNvPr id="143" name="outcome-covered-title">
            <a:extLst xmlns:a="http://schemas.openxmlformats.org/drawingml/2006/main">
              <a:ext uri="{FF2B5EF4-FFF2-40B4-BE49-F238E27FC236}">
                <a16:creationId xmlns:a16="http://schemas.microsoft.com/office/drawing/2014/main" id="{5D5F7820-8D5A-B725-1C11-5185D8D2C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39800" y="6229350"/>
            <a:ext cx="914400" cy="3000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350" b="1" i="0">
                <a:solidFill>
                  <a:srgbClr val="17351D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7351D"/>
                </a:solidFill>
                <a:latin typeface="Arial"/>
                <a:ea typeface="Arial"/>
                <a:cs typeface="Arial"/>
              </a:rPr>
              <a:t>Covered</a:t>
            </a:r>
          </a:p>
        </p:txBody>
      </p:sp>
      <p:sp>
        <p:nvSpPr>
          <p:cNvPr id="144" name="outcome-covered-subtitle">
            <a:extLst xmlns:a="http://schemas.openxmlformats.org/drawingml/2006/main">
              <a:ext uri="{FF2B5EF4-FFF2-40B4-BE49-F238E27FC236}">
                <a16:creationId xmlns:a16="http://schemas.microsoft.com/office/drawing/2014/main" id="{63C58F63-A423-EB70-226A-397172AB5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39800" y="6466523"/>
            <a:ext cx="914400" cy="2867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125" b="0" i="0">
                <a:solidFill>
                  <a:srgbClr val="28442C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28442C"/>
                </a:solidFill>
                <a:latin typeface="Arial"/>
                <a:ea typeface="Arial"/>
                <a:cs typeface="Arial"/>
              </a:rPr>
              <a:t>one chunk</a:t>
            </a:r>
          </a:p>
        </p:txBody>
      </p:sp>
      <p:sp>
        <p:nvSpPr>
          <p:cNvPr id="145" name="outcome-split-bg">
            <a:extLst xmlns:a="http://schemas.openxmlformats.org/drawingml/2006/main">
              <a:ext uri="{FF2B5EF4-FFF2-40B4-BE49-F238E27FC236}">
                <a16:creationId xmlns:a16="http://schemas.microsoft.com/office/drawing/2014/main" id="{7D240057-D67F-C6F7-588E-23E26F838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44700" y="6153150"/>
            <a:ext cx="106680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7F3F3"/>
          </a:solidFill>
          <a:ln xmlns:a="http://schemas.openxmlformats.org/drawingml/2006/main" w="13335">
            <a:solidFill>
              <a:srgbClr val="167D7D"/>
            </a:solidFill>
            <a:prstDash val="solid"/>
          </a:ln>
        </p:spPr>
      </p:sp>
      <p:sp>
        <p:nvSpPr>
          <p:cNvPr id="146" name="outcome-split-title">
            <a:extLst xmlns:a="http://schemas.openxmlformats.org/drawingml/2006/main">
              <a:ext uri="{FF2B5EF4-FFF2-40B4-BE49-F238E27FC236}">
                <a16:creationId xmlns:a16="http://schemas.microsoft.com/office/drawing/2014/main" id="{01DEF7CD-300E-E076-DCA0-842703A6C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20900" y="6229350"/>
            <a:ext cx="914400" cy="3000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350" b="1" i="0">
                <a:solidFill>
                  <a:srgbClr val="155755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55755"/>
                </a:solidFill>
                <a:latin typeface="Arial"/>
                <a:ea typeface="Arial"/>
                <a:cs typeface="Arial"/>
              </a:rPr>
              <a:t>Split</a:t>
            </a:r>
          </a:p>
        </p:txBody>
      </p:sp>
      <p:sp>
        <p:nvSpPr>
          <p:cNvPr id="147" name="outcome-split-subtitle">
            <a:extLst xmlns:a="http://schemas.openxmlformats.org/drawingml/2006/main">
              <a:ext uri="{FF2B5EF4-FFF2-40B4-BE49-F238E27FC236}">
                <a16:creationId xmlns:a16="http://schemas.microsoft.com/office/drawing/2014/main" id="{8EC18039-B207-A534-5B4F-42697D0B1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20900" y="6466523"/>
            <a:ext cx="914400" cy="2867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890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125" b="0" i="0">
                <a:solidFill>
                  <a:srgbClr val="285C59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285C59"/>
                </a:solidFill>
                <a:latin typeface="Arial"/>
                <a:ea typeface="Arial"/>
                <a:cs typeface="Arial"/>
              </a:rPr>
              <a:t>across chunks</a:t>
            </a:r>
          </a:p>
        </p:txBody>
      </p:sp>
      <p:sp>
        <p:nvSpPr>
          <p:cNvPr id="148" name="action-inspect-bg">
            <a:extLst xmlns:a="http://schemas.openxmlformats.org/drawingml/2006/main">
              <a:ext uri="{FF2B5EF4-FFF2-40B4-BE49-F238E27FC236}">
                <a16:creationId xmlns:a16="http://schemas.microsoft.com/office/drawing/2014/main" id="{5445DBEE-5A3E-4843-8D25-F3E88032B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6972300"/>
            <a:ext cx="1066800" cy="55245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FFF2E3"/>
          </a:solidFill>
          <a:ln xmlns:a="http://schemas.openxmlformats.org/drawingml/2006/main" w="13335">
            <a:solidFill>
              <a:srgbClr val="D06D13"/>
            </a:solidFill>
            <a:prstDash val="solid"/>
          </a:ln>
        </p:spPr>
      </p:sp>
      <p:sp>
        <p:nvSpPr>
          <p:cNvPr id="149" name="action-inspect-title">
            <a:extLst xmlns:a="http://schemas.openxmlformats.org/drawingml/2006/main">
              <a:ext uri="{FF2B5EF4-FFF2-40B4-BE49-F238E27FC236}">
                <a16:creationId xmlns:a16="http://schemas.microsoft.com/office/drawing/2014/main" id="{2C1A5420-DC5A-68F5-E563-8B5443376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7029450"/>
            <a:ext cx="914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200" b="1" i="0">
                <a:solidFill>
                  <a:srgbClr val="7D3C0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7D3C05"/>
                </a:solidFill>
                <a:latin typeface="Arial"/>
                <a:ea typeface="Arial"/>
                <a:cs typeface="Arial"/>
              </a:rPr>
              <a:t>Inspect /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200" b="1" i="0">
                <a:solidFill>
                  <a:srgbClr val="7D3C0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7D3C05"/>
                </a:solidFill>
                <a:latin typeface="Arial"/>
                <a:ea typeface="Arial"/>
                <a:cs typeface="Arial"/>
              </a:rPr>
              <a:t>switch P</a:t>
            </a:r>
          </a:p>
        </p:txBody>
      </p:sp>
      <p:sp>
        <p:nvSpPr>
          <p:cNvPr id="150" name="action-proceed-bg">
            <a:extLst xmlns:a="http://schemas.openxmlformats.org/drawingml/2006/main">
              <a:ext uri="{FF2B5EF4-FFF2-40B4-BE49-F238E27FC236}">
                <a16:creationId xmlns:a16="http://schemas.microsoft.com/office/drawing/2014/main" id="{8B3C5C5E-9F7D-4D6F-B04D-BD1C8C342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6972300"/>
            <a:ext cx="1066800" cy="55245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E8F2E8"/>
          </a:solidFill>
          <a:ln xmlns:a="http://schemas.openxmlformats.org/drawingml/2006/main" w="13335">
            <a:solidFill>
              <a:srgbClr val="4F7E45"/>
            </a:solidFill>
            <a:prstDash val="solid"/>
          </a:ln>
        </p:spPr>
      </p:sp>
      <p:sp>
        <p:nvSpPr>
          <p:cNvPr id="151" name="action-proceed-title">
            <a:extLst xmlns:a="http://schemas.openxmlformats.org/drawingml/2006/main">
              <a:ext uri="{FF2B5EF4-FFF2-40B4-BE49-F238E27FC236}">
                <a16:creationId xmlns:a16="http://schemas.microsoft.com/office/drawing/2014/main" id="{FD8E1B83-E128-23F6-0AEA-26352B35C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39800" y="7029450"/>
            <a:ext cx="914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200" b="1" i="0">
                <a:solidFill>
                  <a:srgbClr val="17351D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7351D"/>
                </a:solidFill>
                <a:latin typeface="Arial"/>
                <a:ea typeface="Arial"/>
                <a:cs typeface="Arial"/>
              </a:rPr>
              <a:t>Proceed</a:t>
            </a:r>
          </a:p>
        </p:txBody>
      </p:sp>
      <p:sp>
        <p:nvSpPr>
          <p:cNvPr id="152" name="action-rechunk-bg">
            <a:extLst xmlns:a="http://schemas.openxmlformats.org/drawingml/2006/main">
              <a:ext uri="{FF2B5EF4-FFF2-40B4-BE49-F238E27FC236}">
                <a16:creationId xmlns:a16="http://schemas.microsoft.com/office/drawing/2014/main" id="{200795E6-5002-A074-0223-F39511A0A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44700" y="6972300"/>
            <a:ext cx="1066800" cy="552450"/>
          </a:xfrm>
          <a:prstGeom xmlns:a="http://schemas.openxmlformats.org/drawingml/2006/main" prst="roundRect">
            <a:avLst>
              <a:gd name="adj" fmla="val 24138"/>
            </a:avLst>
          </a:prstGeom>
          <a:solidFill xmlns:a="http://schemas.openxmlformats.org/drawingml/2006/main">
            <a:srgbClr val="E7F3F3"/>
          </a:solidFill>
          <a:ln xmlns:a="http://schemas.openxmlformats.org/drawingml/2006/main" w="13335">
            <a:solidFill>
              <a:srgbClr val="167D7D"/>
            </a:solidFill>
            <a:prstDash val="solid"/>
          </a:ln>
        </p:spPr>
      </p:sp>
      <p:sp>
        <p:nvSpPr>
          <p:cNvPr id="153" name="action-rechunk-title">
            <a:extLst xmlns:a="http://schemas.openxmlformats.org/drawingml/2006/main">
              <a:ext uri="{FF2B5EF4-FFF2-40B4-BE49-F238E27FC236}">
                <a16:creationId xmlns:a16="http://schemas.microsoft.com/office/drawing/2014/main" id="{D6AE6973-4CD8-206B-017E-A48AB0181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20900" y="7029450"/>
            <a:ext cx="914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200" b="1" i="0">
                <a:solidFill>
                  <a:srgbClr val="1557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55755"/>
                </a:solidFill>
                <a:latin typeface="Arial"/>
                <a:ea typeface="Arial"/>
                <a:cs typeface="Arial"/>
              </a:rPr>
              <a:t>Overlap /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200" b="1" i="0">
                <a:solidFill>
                  <a:srgbClr val="1557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55755"/>
                </a:solidFill>
                <a:latin typeface="Arial"/>
                <a:ea typeface="Arial"/>
                <a:cs typeface="Arial"/>
              </a:rPr>
              <a:t>rechunk</a:t>
            </a:r>
          </a:p>
        </p:txBody>
      </p:sp>
      <p:sp>
        <p:nvSpPr>
          <p:cNvPr id="154" name="optional-training-bg">
            <a:extLst xmlns:a="http://schemas.openxmlformats.org/drawingml/2006/main">
              <a:ext uri="{FF2B5EF4-FFF2-40B4-BE49-F238E27FC236}">
                <a16:creationId xmlns:a16="http://schemas.microsoft.com/office/drawing/2014/main" id="{6D4E1077-52AD-0C7A-CC21-3778EA387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52163" y="7737912"/>
            <a:ext cx="133350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FBFBFB"/>
          </a:solidFill>
          <a:ln xmlns:a="http://schemas.openxmlformats.org/drawingml/2006/main" w="13335">
            <a:solidFill>
              <a:srgbClr val="7F898F"/>
            </a:solidFill>
            <a:prstDash val="dash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5" name="optional-training-title">
            <a:extLst xmlns:a="http://schemas.openxmlformats.org/drawingml/2006/main">
              <a:ext uri="{FF2B5EF4-FFF2-40B4-BE49-F238E27FC236}">
                <a16:creationId xmlns:a16="http://schemas.microsoft.com/office/drawing/2014/main" id="{D6E7FB34-2411-3AB5-4E82-372D5F97C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35983" y="7795062"/>
            <a:ext cx="1181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Parser training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2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(optional)</a:t>
            </a:r>
          </a:p>
        </p:txBody>
      </p:sp>
      <p:sp>
        <p:nvSpPr>
          <p:cNvPr id="156" name="contribution-c4-bg">
            <a:extLst xmlns:a="http://schemas.openxmlformats.org/drawingml/2006/main">
              <a:ext uri="{FF2B5EF4-FFF2-40B4-BE49-F238E27FC236}">
                <a16:creationId xmlns:a16="http://schemas.microsoft.com/office/drawing/2014/main" id="{94D0EB4D-27B5-F0FD-57DD-42F84A235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8353" y="7587670"/>
            <a:ext cx="3429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4C968"/>
          </a:solidFill>
          <a:ln xmlns:a="http://schemas.openxmlformats.org/drawingml/2006/main" w="13335">
            <a:solidFill>
              <a:srgbClr val="A36B0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7" name="contribution-c4-text">
            <a:extLst xmlns:a="http://schemas.openxmlformats.org/drawingml/2006/main">
              <a:ext uri="{FF2B5EF4-FFF2-40B4-BE49-F238E27FC236}">
                <a16:creationId xmlns:a16="http://schemas.microsoft.com/office/drawing/2014/main" id="{5D6542B0-3F81-FBA1-6E9F-4E80C3D19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07403" y="7606720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350" b="1" i="0">
                <a:solidFill>
                  <a:srgbClr val="2D200B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2D200B"/>
                </a:solidFill>
                <a:latin typeface="Arial"/>
                <a:ea typeface="Arial"/>
                <a:cs typeface="Arial"/>
              </a:rPr>
              <a:t>C4</a:t>
            </a:r>
          </a:p>
        </p:txBody>
      </p:sp>
      <p:sp>
        <p:nvSpPr>
          <p:cNvPr id="158" name="deploy-bg">
            <a:extLst xmlns:a="http://schemas.openxmlformats.org/drawingml/2006/main">
              <a:ext uri="{FF2B5EF4-FFF2-40B4-BE49-F238E27FC236}">
                <a16:creationId xmlns:a16="http://schemas.microsoft.com/office/drawing/2014/main" id="{2FE73F49-0343-EA8B-185B-2627AA768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8439150"/>
            <a:ext cx="3429000" cy="342900"/>
          </a:xfrm>
          <a:prstGeom xmlns:a="http://schemas.openxmlformats.org/drawingml/2006/main" prst="roundRect">
            <a:avLst>
              <a:gd name="adj" fmla="val 38889"/>
            </a:avLst>
          </a:prstGeom>
          <a:solidFill xmlns:a="http://schemas.openxmlformats.org/drawingml/2006/main">
            <a:srgbClr val="075129"/>
          </a:solidFill>
          <a:ln xmlns:a="http://schemas.openxmlformats.org/drawingml/2006/main" w="13335">
            <a:solidFill>
              <a:srgbClr val="0A3B2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9" name="deploy-title">
            <a:extLst xmlns:a="http://schemas.openxmlformats.org/drawingml/2006/main">
              <a:ext uri="{FF2B5EF4-FFF2-40B4-BE49-F238E27FC236}">
                <a16:creationId xmlns:a16="http://schemas.microsoft.com/office/drawing/2014/main" id="{08C27546-7458-74A5-55C9-71254D34E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8496300"/>
            <a:ext cx="3276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Deploy final P* + C*</a:t>
            </a:r>
          </a:p>
        </p:txBody>
      </p:sp>
      <p:sp>
        <p:nvSpPr>
          <p:cNvPr id="160" name="pdf-to-parser-anchor-0">
            <a:extLst xmlns:a="http://schemas.openxmlformats.org/drawingml/2006/main">
              <a:ext uri="{FF2B5EF4-FFF2-40B4-BE49-F238E27FC236}">
                <a16:creationId xmlns:a16="http://schemas.microsoft.com/office/drawing/2014/main" id="{CE8407B4-7331-B181-D2E7-5399B1C44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13620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61" name="pdf-to-parser-anchor-1">
            <a:extLst xmlns:a="http://schemas.openxmlformats.org/drawingml/2006/main">
              <a:ext uri="{FF2B5EF4-FFF2-40B4-BE49-F238E27FC236}">
                <a16:creationId xmlns:a16="http://schemas.microsoft.com/office/drawing/2014/main" id="{E3B3B749-BEBC-2E25-5337-186F0A3EA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13620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2138" name="직선 화살표 연결선 828"/>
          <p:cNvCxnSpPr>
            <a:stCxn xmlns:a="http://schemas.openxmlformats.org/drawingml/2006/main" id="160" idx="3"/>
            <a:endCxn xmlns:a="http://schemas.openxmlformats.org/drawingml/2006/main" id="161" idx="1"/>
          </p:cNvCxnSpPr>
          <p:nvPr/>
        </p:nvCxnSpPr>
        <p:spPr>
          <a:xfrm xmlns:a="http://schemas.openxmlformats.org/drawingml/2006/main">
            <a:off x="2314575" y="1371600"/>
            <a:ext cx="1104900" cy="0"/>
          </a:xfrm>
          <a:prstGeom xmlns:a="http://schemas.openxmlformats.org/drawingml/2006/main" prst="straightConnector1">
            <a:avLst/>
          </a:prstGeom>
          <a:ln xmlns:a="http://schemas.openxmlformats.org/drawingml/2006/main" w="20955" cap="rnd">
            <a:solidFill>
              <a:srgbClr val="1D2B36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2139" name="직선 화살표 연결선 829"/>
          <p:cNvCxnSpPr>
            <a:stCxn xmlns:a="http://schemas.openxmlformats.org/drawingml/2006/main" id="30" idx="2"/>
            <a:endCxn xmlns:a="http://schemas.openxmlformats.org/drawingml/2006/main" id="33" idx="0"/>
          </p:cNvCxnSpPr>
          <p:nvPr/>
        </p:nvCxnSpPr>
        <p:spPr>
          <a:xfrm xmlns:a="http://schemas.openxmlformats.org/drawingml/2006/main">
            <a:off x="4595813" y="1790700"/>
            <a:ext cx="0" cy="32385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rnd">
            <a:solidFill>
              <a:srgbClr val="1D2B36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2140" name="직선 화살표 연결선 830"/>
          <p:cNvCxnSpPr>
            <a:stCxn xmlns:a="http://schemas.openxmlformats.org/drawingml/2006/main" id="33" idx="2"/>
            <a:endCxn xmlns:a="http://schemas.openxmlformats.org/drawingml/2006/main" id="35" idx="0"/>
          </p:cNvCxnSpPr>
          <p:nvPr/>
        </p:nvCxnSpPr>
        <p:spPr>
          <a:xfrm xmlns:a="http://schemas.openxmlformats.org/drawingml/2006/main">
            <a:off x="4595813" y="2819400"/>
            <a:ext cx="0" cy="34290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rnd">
            <a:solidFill>
              <a:srgbClr val="1D2B36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2141" name="직선 화살표 연결선 831"/>
          <p:cNvCxnSpPr>
            <a:stCxn xmlns:a="http://schemas.openxmlformats.org/drawingml/2006/main" id="35" idx="2"/>
            <a:endCxn xmlns:a="http://schemas.openxmlformats.org/drawingml/2006/main" id="38" idx="0"/>
          </p:cNvCxnSpPr>
          <p:nvPr/>
        </p:nvCxnSpPr>
        <p:spPr>
          <a:xfrm xmlns:a="http://schemas.openxmlformats.org/drawingml/2006/main">
            <a:off x="4595813" y="3962400"/>
            <a:ext cx="0" cy="30480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rnd">
            <a:solidFill>
              <a:srgbClr val="1D2B36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2142" name="직선 화살표 연결선 832"/>
          <p:cNvCxnSpPr>
            <a:stCxn xmlns:a="http://schemas.openxmlformats.org/drawingml/2006/main" id="38" idx="2"/>
            <a:endCxn xmlns:a="http://schemas.openxmlformats.org/drawingml/2006/main" id="40" idx="0"/>
          </p:cNvCxnSpPr>
          <p:nvPr/>
        </p:nvCxnSpPr>
        <p:spPr>
          <a:xfrm xmlns:a="http://schemas.openxmlformats.org/drawingml/2006/main">
            <a:off x="4595813" y="4667250"/>
            <a:ext cx="0" cy="428625"/>
          </a:xfrm>
          <a:prstGeom xmlns:a="http://schemas.openxmlformats.org/drawingml/2006/main" prst="straightConnector1">
            <a:avLst/>
          </a:prstGeom>
          <a:ln xmlns:a="http://schemas.openxmlformats.org/drawingml/2006/main" w="19050" cap="rnd">
            <a:solidFill>
              <a:srgbClr val="1D2B36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2143" name="직선 화살표 연결선 833"/>
          <p:cNvCxnSpPr>
            <a:stCxn xmlns:a="http://schemas.openxmlformats.org/drawingml/2006/main" id="40" idx="2"/>
            <a:endCxn xmlns:a="http://schemas.openxmlformats.org/drawingml/2006/main" id="43" idx="0"/>
          </p:cNvCxnSpPr>
          <p:nvPr/>
        </p:nvCxnSpPr>
        <p:spPr>
          <a:xfrm xmlns:a="http://schemas.openxmlformats.org/drawingml/2006/main">
            <a:off x="4595813" y="6010275"/>
            <a:ext cx="0" cy="657225"/>
          </a:xfrm>
          <a:prstGeom xmlns:a="http://schemas.openxmlformats.org/drawingml/2006/main" prst="straightConnector1">
            <a:avLst/>
          </a:prstGeom>
          <a:ln xmlns:a="http://schemas.openxmlformats.org/drawingml/2006/main" w="19050" cap="rnd">
            <a:solidFill>
              <a:srgbClr val="1D2B36"/>
            </a:solidFill>
            <a:prstDash val="solid"/>
            <a:round/>
            <a:headEnd type="none" w="med" len="med"/>
            <a:tailEnd type="arrow" w="sm" len="sm"/>
          </a:ln>
        </p:spPr>
      </p:cxnSp>
      <p:sp>
        <p:nvSpPr>
          <p:cNvPr id="172" name="index-to-search-anchor-0">
            <a:extLst xmlns:a="http://schemas.openxmlformats.org/drawingml/2006/main">
              <a:ext uri="{FF2B5EF4-FFF2-40B4-BE49-F238E27FC236}">
                <a16:creationId xmlns:a16="http://schemas.microsoft.com/office/drawing/2014/main" id="{DC3E6D15-8667-D367-BC4C-77FDA1765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71532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73" name="index-to-search-anchor-1">
            <a:extLst xmlns:a="http://schemas.openxmlformats.org/drawingml/2006/main">
              <a:ext uri="{FF2B5EF4-FFF2-40B4-BE49-F238E27FC236}">
                <a16:creationId xmlns:a16="http://schemas.microsoft.com/office/drawing/2014/main" id="{4878AD0D-BB79-5877-2C31-1A4487494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71532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74" name="index-to-search-anchor-2">
            <a:extLst xmlns:a="http://schemas.openxmlformats.org/drawingml/2006/main">
              <a:ext uri="{FF2B5EF4-FFF2-40B4-BE49-F238E27FC236}">
                <a16:creationId xmlns:a16="http://schemas.microsoft.com/office/drawing/2014/main" id="{1EF5EB2E-ACCA-6083-2022-0DDF681DF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10953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75" name="index-to-search-anchor-3">
            <a:extLst xmlns:a="http://schemas.openxmlformats.org/drawingml/2006/main">
              <a:ext uri="{FF2B5EF4-FFF2-40B4-BE49-F238E27FC236}">
                <a16:creationId xmlns:a16="http://schemas.microsoft.com/office/drawing/2014/main" id="{04D1584A-FDFB-D28F-D400-F175F61BB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10953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79" name="probe-to-rcps-anchor-0">
            <a:extLst xmlns:a="http://schemas.openxmlformats.org/drawingml/2006/main">
              <a:ext uri="{FF2B5EF4-FFF2-40B4-BE49-F238E27FC236}">
                <a16:creationId xmlns:a16="http://schemas.microsoft.com/office/drawing/2014/main" id="{682890B3-F3B0-F98F-E486-3B1483C01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64674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80" name="probe-to-rcps-anchor-1">
            <a:extLst xmlns:a="http://schemas.openxmlformats.org/drawingml/2006/main">
              <a:ext uri="{FF2B5EF4-FFF2-40B4-BE49-F238E27FC236}">
                <a16:creationId xmlns:a16="http://schemas.microsoft.com/office/drawing/2014/main" id="{42DBB5DE-D16A-719B-1901-2FFA9A10B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64674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81" name="probe-to-rcps-anchor-2">
            <a:extLst xmlns:a="http://schemas.openxmlformats.org/drawingml/2006/main">
              <a:ext uri="{FF2B5EF4-FFF2-40B4-BE49-F238E27FC236}">
                <a16:creationId xmlns:a16="http://schemas.microsoft.com/office/drawing/2014/main" id="{1D262936-7A50-7582-C1AF-BA267F1AE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14192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82" name="probe-to-rcps-anchor-3">
            <a:extLst xmlns:a="http://schemas.openxmlformats.org/drawingml/2006/main">
              <a:ext uri="{FF2B5EF4-FFF2-40B4-BE49-F238E27FC236}">
                <a16:creationId xmlns:a16="http://schemas.microsoft.com/office/drawing/2014/main" id="{185BEBA9-B932-A4F5-4FE2-41622016E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14192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2152" name="직선 화살표 연결선 852"/>
          <p:cNvCxnSpPr>
            <a:stCxn xmlns:a="http://schemas.openxmlformats.org/drawingml/2006/main" id="62" idx="2"/>
            <a:endCxn xmlns:a="http://schemas.openxmlformats.org/drawingml/2006/main" id="72" idx="0"/>
          </p:cNvCxnSpPr>
          <p:nvPr/>
        </p:nvCxnSpPr>
        <p:spPr>
          <a:xfrm xmlns:a="http://schemas.openxmlformats.org/drawingml/2006/main">
            <a:off x="9763125" y="1866900"/>
            <a:ext cx="0" cy="19050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rnd">
            <a:solidFill>
              <a:srgbClr val="1D2B36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2153" name="직선 화살표 연결선 853"/>
          <p:cNvCxnSpPr>
            <a:stCxn xmlns:a="http://schemas.openxmlformats.org/drawingml/2006/main" id="72" idx="2"/>
            <a:endCxn xmlns:a="http://schemas.openxmlformats.org/drawingml/2006/main" id="75" idx="0"/>
          </p:cNvCxnSpPr>
          <p:nvPr/>
        </p:nvCxnSpPr>
        <p:spPr>
          <a:xfrm xmlns:a="http://schemas.openxmlformats.org/drawingml/2006/main">
            <a:off x="9763125" y="3009900"/>
            <a:ext cx="0" cy="24765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rnd">
            <a:solidFill>
              <a:srgbClr val="1D2B36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2154" name="직선 화살표 연결선 854"/>
          <p:cNvCxnSpPr>
            <a:stCxn xmlns:a="http://schemas.openxmlformats.org/drawingml/2006/main" id="75" idx="2"/>
            <a:endCxn xmlns:a="http://schemas.openxmlformats.org/drawingml/2006/main" id="77" idx="0"/>
          </p:cNvCxnSpPr>
          <p:nvPr/>
        </p:nvCxnSpPr>
        <p:spPr>
          <a:xfrm xmlns:a="http://schemas.openxmlformats.org/drawingml/2006/main">
            <a:off x="9763125" y="3810000"/>
            <a:ext cx="0" cy="28575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rnd">
            <a:solidFill>
              <a:srgbClr val="1D2B36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2155" name="직선 화살표 연결선 855"/>
          <p:cNvCxnSpPr>
            <a:stCxn xmlns:a="http://schemas.openxmlformats.org/drawingml/2006/main" id="77" idx="2"/>
            <a:endCxn xmlns:a="http://schemas.openxmlformats.org/drawingml/2006/main" id="82" idx="0"/>
          </p:cNvCxnSpPr>
          <p:nvPr/>
        </p:nvCxnSpPr>
        <p:spPr>
          <a:xfrm xmlns:a="http://schemas.openxmlformats.org/drawingml/2006/main">
            <a:off x="9763125" y="5143500"/>
            <a:ext cx="0" cy="333375"/>
          </a:xfrm>
          <a:prstGeom xmlns:a="http://schemas.openxmlformats.org/drawingml/2006/main" prst="straightConnector1">
            <a:avLst/>
          </a:prstGeom>
          <a:ln xmlns:a="http://schemas.openxmlformats.org/drawingml/2006/main" w="14288" cap="rnd">
            <a:solidFill>
              <a:srgbClr val="6E97B6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90" name="rcps-to-candidate-scores-anchor-0">
            <a:extLst xmlns:a="http://schemas.openxmlformats.org/drawingml/2006/main">
              <a:ext uri="{FF2B5EF4-FFF2-40B4-BE49-F238E27FC236}">
                <a16:creationId xmlns:a16="http://schemas.microsoft.com/office/drawing/2014/main" id="{45797336-4B0B-964C-1C9C-99C691A58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0975" y="49434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1" name="rcps-to-candidate-scores-anchor-1">
            <a:extLst xmlns:a="http://schemas.openxmlformats.org/drawingml/2006/main">
              <a:ext uri="{FF2B5EF4-FFF2-40B4-BE49-F238E27FC236}">
                <a16:creationId xmlns:a16="http://schemas.microsoft.com/office/drawing/2014/main" id="{8103FE40-7376-8857-74D4-1F91AED74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82425" y="49434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2" name="rcps-to-candidate-scores-anchor-2">
            <a:extLst xmlns:a="http://schemas.openxmlformats.org/drawingml/2006/main">
              <a:ext uri="{FF2B5EF4-FFF2-40B4-BE49-F238E27FC236}">
                <a16:creationId xmlns:a16="http://schemas.microsoft.com/office/drawing/2014/main" id="{7C243D03-4F0D-1874-817E-0B2F37A60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82425" y="76676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3" name="rcps-to-candidate-scores-anchor-3">
            <a:extLst xmlns:a="http://schemas.openxmlformats.org/drawingml/2006/main">
              <a:ext uri="{FF2B5EF4-FFF2-40B4-BE49-F238E27FC236}">
                <a16:creationId xmlns:a16="http://schemas.microsoft.com/office/drawing/2014/main" id="{02D753AC-0A5C-D984-5EAF-0525ADCF3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0975" y="76676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7" name="scores-to-matrix-anchor-0">
            <a:extLst xmlns:a="http://schemas.openxmlformats.org/drawingml/2006/main">
              <a:ext uri="{FF2B5EF4-FFF2-40B4-BE49-F238E27FC236}">
                <a16:creationId xmlns:a16="http://schemas.microsoft.com/office/drawing/2014/main" id="{F2DFAC0C-6A0A-B951-3609-2E41DD544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0975" y="78962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8" name="scores-to-matrix-anchor-1">
            <a:extLst xmlns:a="http://schemas.openxmlformats.org/drawingml/2006/main">
              <a:ext uri="{FF2B5EF4-FFF2-40B4-BE49-F238E27FC236}">
                <a16:creationId xmlns:a16="http://schemas.microsoft.com/office/drawing/2014/main" id="{F5632422-A694-6B36-3204-E05B530E7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8175" y="78962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9" name="scores-to-matrix-anchor-2">
            <a:extLst xmlns:a="http://schemas.openxmlformats.org/drawingml/2006/main">
              <a:ext uri="{FF2B5EF4-FFF2-40B4-BE49-F238E27FC236}">
                <a16:creationId xmlns:a16="http://schemas.microsoft.com/office/drawing/2014/main" id="{28ACBFDF-0C09-53AC-BF37-62ABF9314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8175" y="194310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00" name="scores-to-matrix-anchor-3">
            <a:extLst xmlns:a="http://schemas.openxmlformats.org/drawingml/2006/main">
              <a:ext uri="{FF2B5EF4-FFF2-40B4-BE49-F238E27FC236}">
                <a16:creationId xmlns:a16="http://schemas.microsoft.com/office/drawing/2014/main" id="{E4E14713-D2DC-CEEA-1662-8CE580128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93294" y="2027322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2164" name="직선 화살표 연결선 867"/>
          <p:cNvCxnSpPr>
            <a:stCxn xmlns:a="http://schemas.openxmlformats.org/drawingml/2006/main" id="197" idx="3"/>
            <a:endCxn xmlns:a="http://schemas.openxmlformats.org/drawingml/2006/main" id="198" idx="1"/>
          </p:cNvCxnSpPr>
          <p:nvPr/>
        </p:nvCxnSpPr>
        <p:spPr>
          <a:xfrm xmlns:a="http://schemas.openxmlformats.org/drawingml/2006/main">
            <a:off x="11630025" y="7905750"/>
            <a:ext cx="4381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rnd">
            <a:solidFill>
              <a:srgbClr val="0F704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65" name="직선 화살표 연결선 868"/>
          <p:cNvCxnSpPr>
            <a:stCxn xmlns:a="http://schemas.openxmlformats.org/drawingml/2006/main" id="198" idx="0"/>
          </p:cNvCxnSpPr>
          <p:nvPr/>
        </p:nvCxnSpPr>
        <p:spPr>
          <a:xfrm xmlns:a="http://schemas.openxmlformats.org/drawingml/2006/main" flipV="1">
            <a:off x="12077700" y="1981200"/>
            <a:ext cx="0" cy="5915025"/>
          </a:xfrm>
          <a:prstGeom xmlns:a="http://schemas.openxmlformats.org/drawingml/2006/main" prst="straightConnector1">
            <a:avLst/>
          </a:prstGeom>
          <a:ln xmlns:a="http://schemas.openxmlformats.org/drawingml/2006/main" w="19050" cap="rnd">
            <a:solidFill>
              <a:srgbClr val="0F704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66" name="직선 화살표 연결선 869"/>
          <p:cNvCxnSpPr>
            <a:endCxn xmlns:a="http://schemas.openxmlformats.org/drawingml/2006/main" id="95" idx="1"/>
          </p:cNvCxnSpPr>
          <p:nvPr/>
        </p:nvCxnSpPr>
        <p:spPr>
          <a:xfrm xmlns:a="http://schemas.openxmlformats.org/drawingml/2006/main">
            <a:off x="12082463" y="1971675"/>
            <a:ext cx="300037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rnd">
            <a:solidFill>
              <a:srgbClr val="0F7040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2167" name="직선 화살표 연결선 870"/>
          <p:cNvCxnSpPr>
            <a:stCxn xmlns:a="http://schemas.openxmlformats.org/drawingml/2006/main" id="95" idx="2"/>
            <a:endCxn xmlns:a="http://schemas.openxmlformats.org/drawingml/2006/main" id="123" idx="0"/>
          </p:cNvCxnSpPr>
          <p:nvPr/>
        </p:nvCxnSpPr>
        <p:spPr>
          <a:xfrm xmlns:a="http://schemas.openxmlformats.org/drawingml/2006/main">
            <a:off x="14097000" y="3276600"/>
            <a:ext cx="0" cy="114300"/>
          </a:xfrm>
          <a:prstGeom xmlns:a="http://schemas.openxmlformats.org/drawingml/2006/main" prst="straightConnector1">
            <a:avLst/>
          </a:prstGeom>
          <a:ln xmlns:a="http://schemas.openxmlformats.org/drawingml/2006/main" w="20955" cap="rnd">
            <a:solidFill>
              <a:srgbClr val="0F7040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2168" name="연결선: 꺾임 872"/>
          <p:cNvCxnSpPr>
            <a:stCxn xmlns:a="http://schemas.openxmlformats.org/drawingml/2006/main" id="211" idx="2"/>
            <a:endCxn xmlns:a="http://schemas.openxmlformats.org/drawingml/2006/main" id="128" idx="0"/>
          </p:cNvCxnSpPr>
          <p:nvPr/>
        </p:nvCxnSpPr>
        <p:spPr>
          <a:xfrm xmlns:a="http://schemas.openxmlformats.org/drawingml/2006/main" rot="5400000">
            <a:off x="13074372" y="4348281"/>
            <a:ext cx="246222" cy="582216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5240" cap="rnd">
            <a:solidFill>
              <a:srgbClr val="0F7040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2169" name="직선 화살표 연결선 871"/>
          <p:cNvCxnSpPr>
            <a:stCxn xmlns:a="http://schemas.openxmlformats.org/drawingml/2006/main" id="123" idx="2"/>
            <a:endCxn xmlns:a="http://schemas.openxmlformats.org/drawingml/2006/main" id="125" idx="0"/>
          </p:cNvCxnSpPr>
          <p:nvPr/>
        </p:nvCxnSpPr>
        <p:spPr>
          <a:xfrm xmlns:a="http://schemas.openxmlformats.org/drawingml/2006/main">
            <a:off x="14097000" y="3733800"/>
            <a:ext cx="0" cy="114300"/>
          </a:xfrm>
          <a:prstGeom xmlns:a="http://schemas.openxmlformats.org/drawingml/2006/main" prst="straightConnector1">
            <a:avLst/>
          </a:prstGeom>
          <a:ln xmlns:a="http://schemas.openxmlformats.org/drawingml/2006/main" w="20955" cap="rnd">
            <a:solidFill>
              <a:srgbClr val="0F7040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2170" name="연결선: 꺾임 874"/>
          <p:cNvCxnSpPr>
            <a:stCxn xmlns:a="http://schemas.openxmlformats.org/drawingml/2006/main" id="128" idx="2"/>
            <a:endCxn xmlns:a="http://schemas.openxmlformats.org/drawingml/2006/main" id="134" idx="0"/>
          </p:cNvCxnSpPr>
          <p:nvPr/>
        </p:nvCxnSpPr>
        <p:spPr>
          <a:xfrm xmlns:a="http://schemas.openxmlformats.org/drawingml/2006/main">
            <a:off x="12906375" y="5143500"/>
            <a:ext cx="1190625" cy="152400"/>
          </a:xfrm>
          <a:prstGeom xmlns:a="http://schemas.openxmlformats.org/drawingml/2006/main" prst="bentConnector4">
            <a:avLst>
              <a:gd name="adj1" fmla="val 0"/>
              <a:gd name="adj2" fmla="val 39583"/>
            </a:avLst>
          </a:prstGeom>
          <a:ln xmlns:a="http://schemas.openxmlformats.org/drawingml/2006/main" w="14288" cap="rnd">
            <a:solidFill>
              <a:srgbClr val="1769B0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2171" name="직선 화살표 연결선 875"/>
          <p:cNvCxnSpPr>
            <a:stCxn xmlns:a="http://schemas.openxmlformats.org/drawingml/2006/main" id="130" idx="2"/>
            <a:endCxn xmlns:a="http://schemas.openxmlformats.org/drawingml/2006/main" id="134" idx="0"/>
          </p:cNvCxnSpPr>
          <p:nvPr/>
        </p:nvCxnSpPr>
        <p:spPr>
          <a:xfrm xmlns:a="http://schemas.openxmlformats.org/drawingml/2006/main">
            <a:off x="14097000" y="5143500"/>
            <a:ext cx="0" cy="152400"/>
          </a:xfrm>
          <a:prstGeom xmlns:a="http://schemas.openxmlformats.org/drawingml/2006/main" prst="straightConnector1">
            <a:avLst/>
          </a:prstGeom>
          <a:ln xmlns:a="http://schemas.openxmlformats.org/drawingml/2006/main" w="14288" cap="rnd">
            <a:solidFill>
              <a:srgbClr val="1769B0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2172" name="연결선: 꺾임 876"/>
          <p:cNvCxnSpPr>
            <a:stCxn xmlns:a="http://schemas.openxmlformats.org/drawingml/2006/main" id="132" idx="2"/>
            <a:endCxn xmlns:a="http://schemas.openxmlformats.org/drawingml/2006/main" id="134" idx="0"/>
          </p:cNvCxnSpPr>
          <p:nvPr/>
        </p:nvCxnSpPr>
        <p:spPr>
          <a:xfrm xmlns:a="http://schemas.openxmlformats.org/drawingml/2006/main" flipH="1">
            <a:off x="14097000" y="5143500"/>
            <a:ext cx="1190625" cy="152400"/>
          </a:xfrm>
          <a:prstGeom xmlns:a="http://schemas.openxmlformats.org/drawingml/2006/main" prst="bentConnector4">
            <a:avLst>
              <a:gd name="adj1" fmla="val 0"/>
              <a:gd name="adj2" fmla="val 39583"/>
            </a:avLst>
          </a:prstGeom>
          <a:ln xmlns:a="http://schemas.openxmlformats.org/drawingml/2006/main" w="14288" cap="rnd">
            <a:solidFill>
              <a:srgbClr val="1769B0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2173" name="연결선: 꺾임 877"/>
          <p:cNvCxnSpPr>
            <a:stCxn xmlns:a="http://schemas.openxmlformats.org/drawingml/2006/main" id="134" idx="2"/>
            <a:endCxn xmlns:a="http://schemas.openxmlformats.org/drawingml/2006/main" id="139" idx="0"/>
          </p:cNvCxnSpPr>
          <p:nvPr/>
        </p:nvCxnSpPr>
        <p:spPr>
          <a:xfrm xmlns:a="http://schemas.openxmlformats.org/drawingml/2006/main" flipH="1">
            <a:off x="12915900" y="5905500"/>
            <a:ext cx="1181100" cy="2476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4288" cap="rnd">
            <a:solidFill>
              <a:srgbClr val="1769B0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2174" name="직선 화살표 연결선 878"/>
          <p:cNvCxnSpPr>
            <a:stCxn xmlns:a="http://schemas.openxmlformats.org/drawingml/2006/main" id="134" idx="2"/>
            <a:endCxn xmlns:a="http://schemas.openxmlformats.org/drawingml/2006/main" id="142" idx="0"/>
          </p:cNvCxnSpPr>
          <p:nvPr/>
        </p:nvCxnSpPr>
        <p:spPr>
          <a:xfrm xmlns:a="http://schemas.openxmlformats.org/drawingml/2006/main">
            <a:off x="14097000" y="5905500"/>
            <a:ext cx="0" cy="247650"/>
          </a:xfrm>
          <a:prstGeom xmlns:a="http://schemas.openxmlformats.org/drawingml/2006/main" prst="straightConnector1">
            <a:avLst/>
          </a:prstGeom>
          <a:ln xmlns:a="http://schemas.openxmlformats.org/drawingml/2006/main" w="14288" cap="rnd">
            <a:solidFill>
              <a:srgbClr val="1769B0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2175" name="연결선: 꺾임 879"/>
          <p:cNvCxnSpPr>
            <a:stCxn xmlns:a="http://schemas.openxmlformats.org/drawingml/2006/main" id="134" idx="2"/>
            <a:endCxn xmlns:a="http://schemas.openxmlformats.org/drawingml/2006/main" id="145" idx="0"/>
          </p:cNvCxnSpPr>
          <p:nvPr/>
        </p:nvCxnSpPr>
        <p:spPr>
          <a:xfrm xmlns:a="http://schemas.openxmlformats.org/drawingml/2006/main">
            <a:off x="14097000" y="5905500"/>
            <a:ext cx="1181100" cy="2476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4288" cap="rnd">
            <a:solidFill>
              <a:srgbClr val="1769B0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2176" name="직선 화살표 연결선 880"/>
          <p:cNvCxnSpPr>
            <a:stCxn xmlns:a="http://schemas.openxmlformats.org/drawingml/2006/main" id="139" idx="2"/>
            <a:endCxn xmlns:a="http://schemas.openxmlformats.org/drawingml/2006/main" id="148" idx="0"/>
          </p:cNvCxnSpPr>
          <p:nvPr/>
        </p:nvCxnSpPr>
        <p:spPr>
          <a:xfrm xmlns:a="http://schemas.openxmlformats.org/drawingml/2006/main">
            <a:off x="12915900" y="6819900"/>
            <a:ext cx="0" cy="152400"/>
          </a:xfrm>
          <a:prstGeom xmlns:a="http://schemas.openxmlformats.org/drawingml/2006/main" prst="straightConnector1">
            <a:avLst/>
          </a:prstGeom>
          <a:ln xmlns:a="http://schemas.openxmlformats.org/drawingml/2006/main" w="14288" cap="rnd">
            <a:solidFill>
              <a:srgbClr val="D06D13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2177" name="직선 화살표 연결선 881"/>
          <p:cNvCxnSpPr>
            <a:stCxn xmlns:a="http://schemas.openxmlformats.org/drawingml/2006/main" id="142" idx="2"/>
            <a:endCxn xmlns:a="http://schemas.openxmlformats.org/drawingml/2006/main" id="150" idx="0"/>
          </p:cNvCxnSpPr>
          <p:nvPr/>
        </p:nvCxnSpPr>
        <p:spPr>
          <a:xfrm xmlns:a="http://schemas.openxmlformats.org/drawingml/2006/main">
            <a:off x="14097000" y="6819900"/>
            <a:ext cx="0" cy="152400"/>
          </a:xfrm>
          <a:prstGeom xmlns:a="http://schemas.openxmlformats.org/drawingml/2006/main" prst="straightConnector1">
            <a:avLst/>
          </a:prstGeom>
          <a:ln xmlns:a="http://schemas.openxmlformats.org/drawingml/2006/main" w="14288" cap="rnd">
            <a:solidFill>
              <a:srgbClr val="0F7040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2178" name="직선 화살표 연결선 882"/>
          <p:cNvCxnSpPr>
            <a:stCxn xmlns:a="http://schemas.openxmlformats.org/drawingml/2006/main" id="145" idx="2"/>
            <a:endCxn xmlns:a="http://schemas.openxmlformats.org/drawingml/2006/main" id="152" idx="0"/>
          </p:cNvCxnSpPr>
          <p:nvPr/>
        </p:nvCxnSpPr>
        <p:spPr>
          <a:xfrm xmlns:a="http://schemas.openxmlformats.org/drawingml/2006/main">
            <a:off x="15278100" y="6819900"/>
            <a:ext cx="0" cy="152400"/>
          </a:xfrm>
          <a:prstGeom xmlns:a="http://schemas.openxmlformats.org/drawingml/2006/main" prst="straightConnector1">
            <a:avLst/>
          </a:prstGeom>
          <a:ln xmlns:a="http://schemas.openxmlformats.org/drawingml/2006/main" w="14288" cap="rnd">
            <a:solidFill>
              <a:srgbClr val="167D7D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2179" name="연결선: 꺾임 883"/>
          <p:cNvCxnSpPr>
            <a:stCxn xmlns:a="http://schemas.openxmlformats.org/drawingml/2006/main" id="148" idx="2"/>
            <a:endCxn xmlns:a="http://schemas.openxmlformats.org/drawingml/2006/main" id="154" idx="0"/>
          </p:cNvCxnSpPr>
          <p:nvPr/>
        </p:nvCxnSpPr>
        <p:spPr>
          <a:xfrm xmlns:a="http://schemas.openxmlformats.org/drawingml/2006/main" rot="16200000" flipH="1">
            <a:off x="12810825" y="7629824"/>
            <a:ext cx="213162" cy="3013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2383" cap="rnd">
            <a:solidFill>
              <a:srgbClr val="87949D"/>
            </a:solidFill>
            <a:prstDash val="dash"/>
            <a:round/>
            <a:headEnd type="none" w="med" len="med"/>
            <a:tailEnd type="arrow" w="sm" len="sm"/>
          </a:ln>
        </p:spPr>
      </p:cxnSp>
      <p:sp>
        <p:nvSpPr>
          <p:cNvPr id="219" name="rechunk-to-deploy-join-anchor-0">
            <a:extLst xmlns:a="http://schemas.openxmlformats.org/drawingml/2006/main">
              <a:ext uri="{FF2B5EF4-FFF2-40B4-BE49-F238E27FC236}">
                <a16:creationId xmlns:a16="http://schemas.microsoft.com/office/drawing/2014/main" id="{463A9499-2396-941D-9EC7-A2731185C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68575" y="75152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20" name="rechunk-to-deploy-join-anchor-1">
            <a:extLst xmlns:a="http://schemas.openxmlformats.org/drawingml/2006/main">
              <a:ext uri="{FF2B5EF4-FFF2-40B4-BE49-F238E27FC236}">
                <a16:creationId xmlns:a16="http://schemas.microsoft.com/office/drawing/2014/main" id="{71266E2E-2C7B-0E97-371F-F718E2A5B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68575" y="82899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21" name="rechunk-to-deploy-join-anchor-2">
            <a:extLst xmlns:a="http://schemas.openxmlformats.org/drawingml/2006/main">
              <a:ext uri="{FF2B5EF4-FFF2-40B4-BE49-F238E27FC236}">
                <a16:creationId xmlns:a16="http://schemas.microsoft.com/office/drawing/2014/main" id="{EAC92102-C638-6EB5-6943-91B55130C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87475" y="83534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2183" name="연결선: 꺾임 161"/>
          <p:cNvCxnSpPr>
            <a:stCxn xmlns:a="http://schemas.openxmlformats.org/drawingml/2006/main" id="21" idx="2"/>
            <a:endCxn xmlns:a="http://schemas.openxmlformats.org/drawingml/2006/main" id="62" idx="1"/>
          </p:cNvCxnSpPr>
          <p:nvPr/>
        </p:nvCxnSpPr>
        <p:spPr>
          <a:xfrm xmlns:a="http://schemas.openxmlformats.org/drawingml/2006/main" rot="5400000" flipH="1" flipV="1">
            <a:off x="1900237" y="1042987"/>
            <a:ext cx="5676900" cy="6334125"/>
          </a:xfrm>
          <a:prstGeom xmlns:a="http://schemas.openxmlformats.org/drawingml/2006/main" prst="bentConnector4">
            <a:avLst>
              <a:gd name="adj1" fmla="val -23314"/>
              <a:gd name="adj2" fmla="val 96050"/>
            </a:avLst>
          </a:prstGeom>
          <a:ln xmlns:a="http://schemas.openxmlformats.org/drawingml/2006/main" w="19050">
            <a:solidFill>
              <a:srgbClr val="1D2B36"/>
            </a:solidFill>
            <a:headEnd type="none" w="med" len="med"/>
            <a:tailEnd type="arrow" w="med" len="med"/>
          </a:ln>
        </p:spPr>
        <p:style>
          <a:lnRef xmlns:a="http://schemas.openxmlformats.org/drawingml/2006/main" idx="1">
            <a:schemeClr val="dk1"/>
          </a:lnRef>
          <a:fillRef xmlns:a="http://schemas.openxmlformats.org/drawingml/2006/main" idx="0">
            <a:schemeClr val="dk1"/>
          </a:fillRef>
          <a:effectRef xmlns:a="http://schemas.openxmlformats.org/drawingml/2006/main" idx="0">
            <a:schemeClr val="dk1"/>
          </a:effectRef>
          <a:fontRef xmlns:a="http://schemas.openxmlformats.org/drawingml/2006/main" idx="minor">
            <a:schemeClr val="tx1"/>
          </a:fontRef>
        </p:style>
      </p:cxnSp>
      <p:cxnSp>
        <p:nvCxnSpPr>
          <p:cNvPr id="2184" name="연결선: 꺾임 175"/>
          <p:cNvCxnSpPr>
            <a:stCxn xmlns:a="http://schemas.openxmlformats.org/drawingml/2006/main" id="43" idx="3"/>
            <a:endCxn xmlns:a="http://schemas.openxmlformats.org/drawingml/2006/main" id="171" idx="1"/>
          </p:cNvCxnSpPr>
          <p:nvPr/>
        </p:nvCxnSpPr>
        <p:spPr>
          <a:xfrm xmlns:a="http://schemas.openxmlformats.org/drawingml/2006/main" flipV="1">
            <a:off x="5762625" y="1114425"/>
            <a:ext cx="2152650" cy="6048375"/>
          </a:xfrm>
          <a:prstGeom xmlns:a="http://schemas.openxmlformats.org/drawingml/2006/main" prst="bentConnector3">
            <a:avLst>
              <a:gd name="adj1" fmla="val 76549"/>
            </a:avLst>
          </a:prstGeom>
          <a:ln xmlns:a="http://schemas.openxmlformats.org/drawingml/2006/main" w="19050">
            <a:solidFill>
              <a:srgbClr val="1D2B36"/>
            </a:solidFill>
            <a:headEnd type="none" w="med" len="med"/>
            <a:tailEnd type="arrow" w="med" len="med"/>
          </a:ln>
        </p:spPr>
        <p:style>
          <a:lnRef xmlns:a="http://schemas.openxmlformats.org/drawingml/2006/main" idx="1">
            <a:schemeClr val="dk1"/>
          </a:lnRef>
          <a:fillRef xmlns:a="http://schemas.openxmlformats.org/drawingml/2006/main" idx="0">
            <a:schemeClr val="dk1"/>
          </a:fillRef>
          <a:effectRef xmlns:a="http://schemas.openxmlformats.org/drawingml/2006/main" idx="0">
            <a:schemeClr val="dk1"/>
          </a:effectRef>
          <a:fontRef xmlns:a="http://schemas.openxmlformats.org/drawingml/2006/main" idx="minor">
            <a:schemeClr val="tx1"/>
          </a:fontRef>
        </p:style>
      </p:cxnSp>
      <p:cxnSp>
        <p:nvCxnSpPr>
          <p:cNvPr id="2185" name="직선 화살표 연결선 184"/>
          <p:cNvCxnSpPr>
            <a:stCxn xmlns:a="http://schemas.openxmlformats.org/drawingml/2006/main" id="51" idx="2"/>
            <a:endCxn xmlns:a="http://schemas.openxmlformats.org/drawingml/2006/main" id="53" idx="0"/>
          </p:cNvCxnSpPr>
          <p:nvPr/>
        </p:nvCxnSpPr>
        <p:spPr>
          <a:xfrm xmlns:a="http://schemas.openxmlformats.org/drawingml/2006/main">
            <a:off x="6474620" y="2766559"/>
            <a:ext cx="0" cy="386216"/>
          </a:xfrm>
          <a:prstGeom xmlns:a="http://schemas.openxmlformats.org/drawingml/2006/main" prst="straightConnector1">
            <a:avLst/>
          </a:prstGeom>
          <a:ln xmlns:a="http://schemas.openxmlformats.org/drawingml/2006/main" w="19050" cap="rnd">
            <a:solidFill>
              <a:srgbClr val="1D2B36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2186" name="직선 화살표 연결선 188"/>
          <p:cNvCxnSpPr>
            <a:stCxn xmlns:a="http://schemas.openxmlformats.org/drawingml/2006/main" id="53" idx="2"/>
            <a:endCxn xmlns:a="http://schemas.openxmlformats.org/drawingml/2006/main" id="55" idx="0"/>
          </p:cNvCxnSpPr>
          <p:nvPr/>
        </p:nvCxnSpPr>
        <p:spPr>
          <a:xfrm xmlns:a="http://schemas.openxmlformats.org/drawingml/2006/main">
            <a:off x="6474620" y="3792084"/>
            <a:ext cx="4762" cy="313191"/>
          </a:xfrm>
          <a:prstGeom xmlns:a="http://schemas.openxmlformats.org/drawingml/2006/main" prst="straightConnector1">
            <a:avLst/>
          </a:prstGeom>
          <a:ln xmlns:a="http://schemas.openxmlformats.org/drawingml/2006/main" w="19050" cap="rnd">
            <a:solidFill>
              <a:srgbClr val="1D2B36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2187" name="직선 화살표 연결선 200"/>
          <p:cNvCxnSpPr>
            <a:stCxn xmlns:a="http://schemas.openxmlformats.org/drawingml/2006/main" id="55" idx="2"/>
            <a:endCxn xmlns:a="http://schemas.openxmlformats.org/drawingml/2006/main" id="57" idx="0"/>
          </p:cNvCxnSpPr>
          <p:nvPr/>
        </p:nvCxnSpPr>
        <p:spPr>
          <a:xfrm xmlns:a="http://schemas.openxmlformats.org/drawingml/2006/main" flipH="1">
            <a:off x="6474619" y="4772025"/>
            <a:ext cx="4763" cy="123825"/>
          </a:xfrm>
          <a:prstGeom xmlns:a="http://schemas.openxmlformats.org/drawingml/2006/main" prst="straightConnector1">
            <a:avLst/>
          </a:prstGeom>
          <a:ln xmlns:a="http://schemas.openxmlformats.org/drawingml/2006/main" w="19050" cap="rnd">
            <a:solidFill>
              <a:srgbClr val="1D2B36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2188" name="연결선: 꺾임 227"/>
          <p:cNvCxnSpPr/>
          <p:nvPr/>
        </p:nvCxnSpPr>
        <p:spPr>
          <a:xfrm xmlns:a="http://schemas.openxmlformats.org/drawingml/2006/main">
            <a:off x="13488591" y="4636294"/>
            <a:ext cx="608409" cy="119062"/>
          </a:xfrm>
          <a:prstGeom xmlns:a="http://schemas.openxmlformats.org/drawingml/2006/main" prst="bentConnector2">
            <a:avLst/>
          </a:prstGeom>
          <a:ln xmlns:a="http://schemas.openxmlformats.org/drawingml/2006/main" w="15240" cap="rnd">
            <a:solidFill>
              <a:srgbClr val="0F7040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2189" name="직선 화살표 연결선 241"/>
          <p:cNvCxnSpPr>
            <a:stCxn xmlns:a="http://schemas.openxmlformats.org/drawingml/2006/main" id="152" idx="2"/>
            <a:endCxn xmlns:a="http://schemas.openxmlformats.org/drawingml/2006/main" id="248" idx="0"/>
          </p:cNvCxnSpPr>
          <p:nvPr/>
        </p:nvCxnSpPr>
        <p:spPr>
          <a:xfrm xmlns:a="http://schemas.openxmlformats.org/drawingml/2006/main">
            <a:off x="15278100" y="7524750"/>
            <a:ext cx="20078" cy="915404"/>
          </a:xfrm>
          <a:prstGeom xmlns:a="http://schemas.openxmlformats.org/drawingml/2006/main" prst="straightConnector1">
            <a:avLst/>
          </a:prstGeom>
          <a:ln xmlns:a="http://schemas.openxmlformats.org/drawingml/2006/main" w="14288" cap="rnd">
            <a:solidFill>
              <a:srgbClr val="167D7D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2190" name="직선 화살표 연결선 253"/>
          <p:cNvCxnSpPr>
            <a:stCxn xmlns:a="http://schemas.openxmlformats.org/drawingml/2006/main" id="150" idx="2"/>
            <a:endCxn xmlns:a="http://schemas.openxmlformats.org/drawingml/2006/main" id="769" idx="0"/>
          </p:cNvCxnSpPr>
          <p:nvPr/>
        </p:nvCxnSpPr>
        <p:spPr>
          <a:xfrm xmlns:a="http://schemas.openxmlformats.org/drawingml/2006/main">
            <a:off x="14097000" y="7524750"/>
            <a:ext cx="10234" cy="910645"/>
          </a:xfrm>
          <a:prstGeom xmlns:a="http://schemas.openxmlformats.org/drawingml/2006/main" prst="straightConnector1">
            <a:avLst/>
          </a:prstGeom>
          <a:ln xmlns:a="http://schemas.openxmlformats.org/drawingml/2006/main" w="14288" cap="rnd">
            <a:solidFill>
              <a:srgbClr val="0F7040"/>
            </a:solidFill>
            <a:prstDash val="solid"/>
            <a:round/>
            <a:headEnd type="none" w="med" len="med"/>
            <a:tailEnd type="arrow" w="sm" len="sm"/>
          </a:ln>
        </p:spPr>
      </p:cxnSp>
      <p:pic>
        <p:nvPicPr>
          <p:cNvPr id="2191" name="그림 16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f6373081eb4d9d">
            <a:biLevel thresh="75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309015" y="4657725"/>
            <a:ext cx="496644" cy="496644"/>
          </a:xfrm>
          <a:prstGeom xmlns:a="http://schemas.openxmlformats.org/drawingml/2006/main" prst="rect">
            <a:avLst/>
          </a:prstGeom>
        </p:spPr>
      </p:pic>
      <p:pic>
        <p:nvPicPr>
          <p:cNvPr id="2192" name="그림 16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47f761c53f4b39"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553130" y="6962775"/>
            <a:ext cx="447370" cy="447370"/>
          </a:xfrm>
          <a:prstGeom xmlns:a="http://schemas.openxmlformats.org/drawingml/2006/main" prst="rect">
            <a:avLst/>
          </a:prstGeom>
        </p:spPr>
      </p:pic>
      <p:cxnSp>
        <p:nvCxnSpPr>
          <p:cNvPr id="2193" name="직선 화살표 연결선 187"/>
          <p:cNvCxnSpPr>
            <a:stCxn xmlns:a="http://schemas.openxmlformats.org/drawingml/2006/main" id="33" idx="3"/>
            <a:endCxn xmlns:a="http://schemas.openxmlformats.org/drawingml/2006/main" id="51" idx="1"/>
          </p:cNvCxnSpPr>
          <p:nvPr/>
        </p:nvCxnSpPr>
        <p:spPr>
          <a:xfrm xmlns:a="http://schemas.openxmlformats.org/drawingml/2006/main">
            <a:off x="5762625" y="2466975"/>
            <a:ext cx="230982" cy="4309"/>
          </a:xfrm>
          <a:prstGeom xmlns:a="http://schemas.openxmlformats.org/drawingml/2006/main" prst="straightConnector1">
            <a:avLst/>
          </a:prstGeom>
          <a:ln xmlns:a="http://schemas.openxmlformats.org/drawingml/2006/main" w="19050" cap="rnd">
            <a:solidFill>
              <a:srgbClr val="1D2B36"/>
            </a:solidFill>
            <a:prstDash val="solid"/>
            <a:round/>
            <a:headEnd type="none" w="med" len="med"/>
            <a:tailEnd type="arrow" w="sm" len="sm"/>
          </a:ln>
        </p:spPr>
      </p:cxnSp>
      <p:cxnSp>
        <p:nvCxnSpPr>
          <p:cNvPr id="2194" name="연결선: 꺾임 212"/>
          <p:cNvCxnSpPr>
            <a:stCxn xmlns:a="http://schemas.openxmlformats.org/drawingml/2006/main" id="77" idx="3"/>
            <a:endCxn xmlns:a="http://schemas.openxmlformats.org/drawingml/2006/main" id="92" idx="3"/>
          </p:cNvCxnSpPr>
          <p:nvPr/>
        </p:nvCxnSpPr>
        <p:spPr>
          <a:xfrm xmlns:a="http://schemas.openxmlformats.org/drawingml/2006/main">
            <a:off x="11620500" y="4619625"/>
            <a:ext cx="12700" cy="3057525"/>
          </a:xfrm>
          <a:prstGeom xmlns:a="http://schemas.openxmlformats.org/drawingml/2006/main" prst="bentConnector3">
            <a:avLst>
              <a:gd name="adj1" fmla="val 1800000"/>
            </a:avLst>
          </a:prstGeom>
          <a:ln xmlns:a="http://schemas.openxmlformats.org/drawingml/2006/main" w="19050">
            <a:solidFill>
              <a:srgbClr val="0F7040"/>
            </a:solidFill>
            <a:headEnd type="none" w="med" len="med"/>
            <a:tailEnd type="arrow" w="med" len="med"/>
          </a:ln>
        </p:spPr>
        <p:style>
          <a:lnRef xmlns:a="http://schemas.openxmlformats.org/drawingml/2006/main" idx="1">
            <a:schemeClr val="dk1"/>
          </a:lnRef>
          <a:fillRef xmlns:a="http://schemas.openxmlformats.org/drawingml/2006/main" idx="0">
            <a:schemeClr val="dk1"/>
          </a:fillRef>
          <a:effectRef xmlns:a="http://schemas.openxmlformats.org/drawingml/2006/main" idx="0">
            <a:schemeClr val="dk1"/>
          </a:effectRef>
          <a:fontRef xmlns:a="http://schemas.openxmlformats.org/drawingml/2006/main" idx="minor">
            <a:schemeClr val="tx1"/>
          </a:fontRef>
        </p:style>
      </p:cxnSp>
      <p:sp>
        <p:nvSpPr>
          <p:cNvPr id="217" name="matrix-star">
            <a:extLst xmlns:a="http://schemas.openxmlformats.org/drawingml/2006/main">
              <a:ext uri="{FF2B5EF4-FFF2-40B4-BE49-F238E27FC236}">
                <a16:creationId xmlns:a16="http://schemas.microsoft.com/office/drawing/2014/main" id="{62C68582-12FF-3B37-59BF-762A5754B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07234" y="2219325"/>
            <a:ext cx="239562" cy="33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2100" b="1" i="0">
                <a:solidFill>
                  <a:srgbClr val="1D2B36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1D2B36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234" name="rechunk-to-deploy-join-anchor-1">
            <a:extLst xmlns:a="http://schemas.openxmlformats.org/drawingml/2006/main">
              <a:ext uri="{FF2B5EF4-FFF2-40B4-BE49-F238E27FC236}">
                <a16:creationId xmlns:a16="http://schemas.microsoft.com/office/drawing/2014/main" id="{D6C52E05-8262-D716-4C1C-AF838B1F2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68575" y="82899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36" name="reevaluate-changes-bg">
            <a:extLst xmlns:a="http://schemas.openxmlformats.org/drawingml/2006/main">
              <a:ext uri="{FF2B5EF4-FFF2-40B4-BE49-F238E27FC236}">
                <a16:creationId xmlns:a16="http://schemas.microsoft.com/office/drawing/2014/main" id="{066D6EA7-5B91-E9FB-31F6-67535E29F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26678" y="7742238"/>
            <a:ext cx="11430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AF3FB"/>
          </a:solidFill>
          <a:ln xmlns:a="http://schemas.openxmlformats.org/drawingml/2006/main" w="13335">
            <a:solidFill>
              <a:srgbClr val="1769B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38" name="reevaluate-changes-title">
            <a:extLst xmlns:a="http://schemas.openxmlformats.org/drawingml/2006/main">
              <a:ext uri="{FF2B5EF4-FFF2-40B4-BE49-F238E27FC236}">
                <a16:creationId xmlns:a16="http://schemas.microsoft.com/office/drawing/2014/main" id="{B7E8C414-66F8-6518-CF95-7C4CEF8D1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4778" y="7785100"/>
            <a:ext cx="1066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088" b="1">
                <a:solidFill>
                  <a:srgbClr val="082B45"/>
                </a:solidFill>
                <a:latin typeface="Arial"/>
                <a:ea typeface="Arial"/>
                <a:cs typeface="Arial"/>
              </a:defRPr>
            </a:pPr>
            <a:r>
              <a:rPr sz="1088" b="1">
                <a:solidFill>
                  <a:srgbClr val="082B45"/>
                </a:solidFill>
                <a:latin typeface="Arial"/>
                <a:ea typeface="Arial"/>
                <a:cs typeface="Arial"/>
              </a:rPr>
              <a:t>Re-evaluate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088" b="1">
                <a:solidFill>
                  <a:srgbClr val="082B45"/>
                </a:solidFill>
                <a:latin typeface="Arial"/>
                <a:ea typeface="Arial"/>
                <a:cs typeface="Arial"/>
              </a:defRPr>
            </a:pPr>
            <a:r>
              <a:rPr sz="1088" b="1">
                <a:solidFill>
                  <a:srgbClr val="082B45"/>
                </a:solidFill>
                <a:latin typeface="Arial"/>
                <a:ea typeface="Arial"/>
                <a:cs typeface="Arial"/>
              </a:rPr>
              <a:t>changed P/C</a:t>
            </a:r>
          </a:p>
        </p:txBody>
      </p:sp>
      <p:sp>
        <p:nvSpPr>
          <p:cNvPr id="240" name="retriever-bge-bg">
            <a:extLst xmlns:a="http://schemas.openxmlformats.org/drawingml/2006/main">
              <a:ext uri="{FF2B5EF4-FFF2-40B4-BE49-F238E27FC236}">
                <a16:creationId xmlns:a16="http://schemas.microsoft.com/office/drawing/2014/main" id="{CE66DC47-6F64-1E1A-1DD2-5D81F631B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323975"/>
            <a:ext cx="83820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102F4A"/>
          </a:solidFill>
          <a:ln xmlns:a="http://schemas.openxmlformats.org/drawingml/2006/main" w="10478">
            <a:solidFill>
              <a:srgbClr val="6FA9D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3" name="retriever-bge-text">
            <a:extLst xmlns:a="http://schemas.openxmlformats.org/drawingml/2006/main">
              <a:ext uri="{FF2B5EF4-FFF2-40B4-BE49-F238E27FC236}">
                <a16:creationId xmlns:a16="http://schemas.microsoft.com/office/drawing/2014/main" id="{FC5F4AEE-DF95-41F4-5FE0-6595ED18A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1343025"/>
            <a:ext cx="7810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buNone/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BGE-M3</a:t>
            </a:r>
          </a:p>
        </p:txBody>
      </p:sp>
      <p:sp>
        <p:nvSpPr>
          <p:cNvPr id="245" name="retriever-me5-bg">
            <a:extLst xmlns:a="http://schemas.openxmlformats.org/drawingml/2006/main">
              <a:ext uri="{FF2B5EF4-FFF2-40B4-BE49-F238E27FC236}">
                <a16:creationId xmlns:a16="http://schemas.microsoft.com/office/drawing/2014/main" id="{FF7BA560-B418-A9F4-BEDB-FE39680AD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323975"/>
            <a:ext cx="95250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102F4A"/>
          </a:solidFill>
          <a:ln xmlns:a="http://schemas.openxmlformats.org/drawingml/2006/main" w="10478">
            <a:solidFill>
              <a:srgbClr val="6FA9D3"/>
            </a:solidFill>
            <a:prstDash val="solid"/>
          </a:ln>
        </p:spPr>
      </p:sp>
      <p:sp>
        <p:nvSpPr>
          <p:cNvPr id="247" name="retriever-me5-text">
            <a:extLst xmlns:a="http://schemas.openxmlformats.org/drawingml/2006/main">
              <a:ext uri="{FF2B5EF4-FFF2-40B4-BE49-F238E27FC236}">
                <a16:creationId xmlns:a16="http://schemas.microsoft.com/office/drawing/2014/main" id="{F195BCE9-5D3D-15E8-C067-9274D9C93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1343025"/>
            <a:ext cx="8953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buNone/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mE5-large</a:t>
            </a:r>
          </a:p>
        </p:txBody>
      </p:sp>
      <p:sp>
        <p:nvSpPr>
          <p:cNvPr id="250" name="retriever-qwen-bg">
            <a:extLst xmlns:a="http://schemas.openxmlformats.org/drawingml/2006/main">
              <a:ext uri="{FF2B5EF4-FFF2-40B4-BE49-F238E27FC236}">
                <a16:creationId xmlns:a16="http://schemas.microsoft.com/office/drawing/2014/main" id="{C637F218-46A6-12D4-62B6-FC8BD219D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323975"/>
            <a:ext cx="11239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102F4A"/>
          </a:solidFill>
          <a:ln xmlns:a="http://schemas.openxmlformats.org/drawingml/2006/main" w="10478">
            <a:solidFill>
              <a:srgbClr val="6FA9D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2" name="retriever-qwen-text">
            <a:extLst xmlns:a="http://schemas.openxmlformats.org/drawingml/2006/main">
              <a:ext uri="{FF2B5EF4-FFF2-40B4-BE49-F238E27FC236}">
                <a16:creationId xmlns:a16="http://schemas.microsoft.com/office/drawing/2014/main" id="{DFCBCD64-B429-1998-D50B-D0F096D96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5575" y="1343025"/>
            <a:ext cx="10668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Qwen3-Emb-8B</a:t>
            </a:r>
          </a:p>
        </p:txBody>
      </p:sp>
      <p:cxnSp>
        <p:nvCxnSpPr>
          <p:cNvPr id="2205" name="직선 화살표 연결선 769"/>
          <p:cNvCxnSpPr>
            <a:stCxn xmlns:a="http://schemas.openxmlformats.org/drawingml/2006/main" id="154" idx="3"/>
            <a:endCxn xmlns:a="http://schemas.openxmlformats.org/drawingml/2006/main" id="236" idx="1"/>
          </p:cNvCxnSpPr>
          <p:nvPr/>
        </p:nvCxnSpPr>
        <p:spPr>
          <a:xfrm xmlns:a="http://schemas.openxmlformats.org/drawingml/2006/main">
            <a:off x="13585663" y="7995087"/>
            <a:ext cx="1141015" cy="4326"/>
          </a:xfrm>
          <a:prstGeom xmlns:a="http://schemas.openxmlformats.org/drawingml/2006/main" prst="straightConnector1">
            <a:avLst/>
          </a:prstGeom>
          <a:ln xmlns:a="http://schemas.openxmlformats.org/drawingml/2006/main" w="14288" cap="rnd">
            <a:solidFill>
              <a:srgbClr val="87949D"/>
            </a:solidFill>
            <a:prstDash val="sysDash"/>
            <a:round/>
            <a:headEnd type="none" w="med" len="med"/>
            <a:tailEnd type="arrow" w="sm" len="sm"/>
          </a:ln>
        </p:spPr>
      </p:cxnSp>
    </p:spTree>
    <p:extLst>
      <p:ext uri="{BB962C8B-B14F-4D97-AF65-F5344CB8AC3E}">
        <p14:creationId xmlns:p14="http://schemas.microsoft.com/office/powerpoint/2010/main" val="336030628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2026-08-24T06:29:12.8690000Z</dcterms:created>
  <dcterms:modified xsi:type="dcterms:W3CDTF">2026-08-24T06:29:12.8690000Z</dcterms:modified>
</coreProperties>
</file>