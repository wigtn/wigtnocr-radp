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927f893454eb0" /><Relationship Type="http://schemas.openxmlformats.org/officeDocument/2006/relationships/extended-properties" Target="/docProps/app.xml" Id="R89a75c943ce647ab" /><Relationship Type="http://schemas.openxmlformats.org/officeDocument/2006/relationships/officeDocument" Target="/ppt/presentation.xml" Id="R5dbe26efc98e46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d30c574afd47fe"/>
  </p:sldMasterIdLst>
  <p:notesMasterIdLst>
    <p:notesMasterId xmlns:r="http://schemas.openxmlformats.org/officeDocument/2006/relationships" r:id="R2f225bebe9d54d31"/>
  </p:notesMasterIdLst>
  <p:sldIdLst>
    <p:sldId xmlns:r="http://schemas.openxmlformats.org/officeDocument/2006/relationships" id="256" r:id="Rb0fe06361764425f"/>
  </p:sldIdLst>
  <p:sldSz cx="16154400" cy="9001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45379be37437b" /><Relationship Type="http://schemas.openxmlformats.org/officeDocument/2006/relationships/slideMaster" Target="/ppt/slideMasters/slideMaster1.xml" Id="R89d30c574afd47fe" /><Relationship Type="http://schemas.openxmlformats.org/officeDocument/2006/relationships/notesMaster" Target="/ppt/notesMasters/notesMaster1.xml" Id="R2f225bebe9d54d31" /><Relationship Type="http://schemas.openxmlformats.org/officeDocument/2006/relationships/presProps" Target="/ppt/presProps.xml" Id="R2303b90e308a4f5f" /><Relationship Type="http://schemas.openxmlformats.org/officeDocument/2006/relationships/viewProps" Target="/ppt/viewProps.xml" Id="R4685b1aa2c8743fa" /><Relationship Type="http://schemas.openxmlformats.org/officeDocument/2006/relationships/tableStyles" Target="/ppt/tableStyles.xml" Id="R64a32172724a4e73" /><Relationship Type="http://schemas.openxmlformats.org/officeDocument/2006/relationships/slide" Target="/ppt/slides/slide1.xml" Id="Rb0fe06361764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56f9d1e740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ba4892cd58497e" /><Relationship Type="http://schemas.openxmlformats.org/officeDocument/2006/relationships/notesMaster" Target="/ppt/notesMasters/notesMaster1.xml" Id="R33e542ab34ca45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647dccced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97a23c07f4831" /><Relationship Type="http://schemas.openxmlformats.org/officeDocument/2006/relationships/slideLayout" Target="/ppt/slideLayouts/slideLayout1.xml" Id="Rbaf37e16d36c4e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37e16d36c4e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e5d6b98ec4caa" /><Relationship Type="http://schemas.openxmlformats.org/officeDocument/2006/relationships/image" Target="/ppt/media/image.png" Id="R84d1b27dee104d01" /><Relationship Type="http://schemas.openxmlformats.org/officeDocument/2006/relationships/image" Target="/ppt/media/image2.png" Id="R2344dca673904531" /><Relationship Type="http://schemas.openxmlformats.org/officeDocument/2006/relationships/notesSlide" Target="/ppt/notesSlides/notesSlide1.xml" Id="Rc7c7d08cc30e44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직사각형 163">
            <a:extLst xmlns:a="http://schemas.openxmlformats.org/drawingml/2006/main">
              <a:ext uri="{FF2B5EF4-FFF2-40B4-BE49-F238E27FC236}">
                <a16:creationId xmlns:a16="http://schemas.microsoft.com/office/drawing/2014/main" id="{A5C70BAF-7392-7311-3360-98B51BBD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"/>
            <a:ext cx="16154400" cy="90011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8" name="contribution-c2-bg">
            <a:extLst xmlns:a="http://schemas.openxmlformats.org/drawingml/2006/main">
              <a:ext uri="{FF2B5EF4-FFF2-40B4-BE49-F238E27FC236}">
                <a16:creationId xmlns:a16="http://schemas.microsoft.com/office/drawing/2014/main" id="{CA0DBC69-5013-457B-A261-C80C2DA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397" y="8440154"/>
            <a:ext cx="239562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68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9" name="contribution-c2-bg">
            <a:extLst xmlns:a="http://schemas.openxmlformats.org/drawingml/2006/main">
              <a:ext uri="{FF2B5EF4-FFF2-40B4-BE49-F238E27FC236}">
                <a16:creationId xmlns:a16="http://schemas.microsoft.com/office/drawing/2014/main" id="{FAB275EE-8C1E-5637-E259-17F11F66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453" y="8435395"/>
            <a:ext cx="239562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68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1" name="직사각형 210">
            <a:extLst xmlns:a="http://schemas.openxmlformats.org/drawingml/2006/main">
              <a:ext uri="{FF2B5EF4-FFF2-40B4-BE49-F238E27FC236}">
                <a16:creationId xmlns:a16="http://schemas.microsoft.com/office/drawing/2014/main" id="{63106158-ABAE-5459-8E36-5166A88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4437221"/>
            <a:ext cx="107156" cy="7905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andidates-panel">
            <a:extLst xmlns:a="http://schemas.openxmlformats.org/drawingml/2006/main">
              <a:ext uri="{FF2B5EF4-FFF2-40B4-BE49-F238E27FC236}">
                <a16:creationId xmlns:a16="http://schemas.microsoft.com/office/drawing/2014/main" id="{665185AB-0D1B-E82D-A47A-87A3635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14300"/>
            <a:ext cx="3829050" cy="8772525"/>
          </a:xfrm>
          <a:prstGeom xmlns:a="http://schemas.openxmlformats.org/drawingml/2006/main" prst="roundRect">
            <a:avLst>
              <a:gd name="adj" fmla="val 5528"/>
            </a:avLst>
          </a:prstGeom>
          <a:solidFill xmlns:a="http://schemas.openxmlformats.org/drawingml/2006/main">
            <a:srgbClr val="F7F7F6"/>
          </a:solidFill>
          <a:ln xmlns:a="http://schemas.openxmlformats.org/drawingml/2006/main" w="14288">
            <a:solidFill>
              <a:srgbClr val="C6C9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1" name="직사각형 170">
            <a:extLst xmlns:a="http://schemas.openxmlformats.org/drawingml/2006/main">
              <a:ext uri="{FF2B5EF4-FFF2-40B4-BE49-F238E27FC236}">
                <a16:creationId xmlns:a16="http://schemas.microsoft.com/office/drawing/2014/main" id="{4F7E93E5-01FA-104B-BA2E-A204AC0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019175"/>
            <a:ext cx="209550" cy="1905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4" name="evaluation-panel">
            <a:extLst xmlns:a="http://schemas.openxmlformats.org/drawingml/2006/main">
              <a:ext uri="{FF2B5EF4-FFF2-40B4-BE49-F238E27FC236}">
                <a16:creationId xmlns:a16="http://schemas.microsoft.com/office/drawing/2014/main" id="{8735028C-9506-A98A-D63C-63F3B855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2952750" cy="8772525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7F7F6"/>
          </a:solidFill>
          <a:ln xmlns:a="http://schemas.openxmlformats.org/drawingml/2006/main" w="14288">
            <a:solidFill>
              <a:srgbClr val="C6C9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192792CF-4045-8494-65B3-2EEE2EA5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Evaluation frame</a:t>
            </a:r>
          </a:p>
        </p:txBody>
      </p:sp>
      <p:sp>
        <p:nvSpPr>
          <p:cNvPr id="4" name="candidates-title">
            <a:extLst xmlns:a="http://schemas.openxmlformats.org/drawingml/2006/main">
              <a:ext uri="{FF2B5EF4-FFF2-40B4-BE49-F238E27FC236}">
                <a16:creationId xmlns:a16="http://schemas.microsoft.com/office/drawing/2014/main" id="{8D3C554C-573E-B826-14B3-3F5A386B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Candidate pipelines</a:t>
            </a:r>
          </a:p>
        </p:txBody>
      </p:sp>
      <p:sp>
        <p:nvSpPr>
          <p:cNvPr id="5" name="rcps-panel">
            <a:extLst xmlns:a="http://schemas.openxmlformats.org/drawingml/2006/main">
              <a:ext uri="{FF2B5EF4-FFF2-40B4-BE49-F238E27FC236}">
                <a16:creationId xmlns:a16="http://schemas.microsoft.com/office/drawing/2014/main" id="{36DC0ABD-9D3E-A1FF-2654-9EAA2F3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4300"/>
            <a:ext cx="4762500" cy="8772525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F1F7FC"/>
          </a:solidFill>
          <a:ln xmlns:a="http://schemas.openxmlformats.org/drawingml/2006/main" w="19050">
            <a:solidFill>
              <a:srgbClr val="1763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cps-title">
            <a:extLst xmlns:a="http://schemas.openxmlformats.org/drawingml/2006/main">
              <a:ext uri="{FF2B5EF4-FFF2-40B4-BE49-F238E27FC236}">
                <a16:creationId xmlns:a16="http://schemas.microsoft.com/office/drawing/2014/main" id="{003C61AC-42B5-9D17-4B1C-F5B4F3DB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RCPS evaluation</a:t>
            </a:r>
          </a:p>
        </p:txBody>
      </p:sp>
      <p:sp>
        <p:nvSpPr>
          <p:cNvPr id="7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991944D5-D188-38CC-B98D-CDC7FD2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569" y="114300"/>
            <a:ext cx="3867150" cy="8772525"/>
          </a:xfrm>
          <a:prstGeom xmlns:a="http://schemas.openxmlformats.org/drawingml/2006/main" prst="roundRect">
            <a:avLst>
              <a:gd name="adj" fmla="val 5419"/>
            </a:avLst>
          </a:prstGeom>
          <a:solidFill xmlns:a="http://schemas.openxmlformats.org/drawingml/2006/main">
            <a:srgbClr val="F7F7F6"/>
          </a:solidFill>
          <a:ln xmlns:a="http://schemas.openxmlformats.org/drawingml/2006/main" w="14288">
            <a:solidFill>
              <a:srgbClr val="C6C9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BC0482C7-4594-F136-CAAD-2C365D64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0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Select, diagnose + act</a:t>
            </a:r>
          </a:p>
        </p:txBody>
      </p:sp>
      <p:sp>
        <p:nvSpPr>
          <p:cNvPr id="9" name="pdf-page-back">
            <a:extLst xmlns:a="http://schemas.openxmlformats.org/drawingml/2006/main">
              <a:ext uri="{FF2B5EF4-FFF2-40B4-BE49-F238E27FC236}">
                <a16:creationId xmlns:a16="http://schemas.microsoft.com/office/drawing/2014/main" id="{DA63A5FF-2BF1-D88A-8D8C-EB508B8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95350"/>
            <a:ext cx="1219200" cy="1638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585C"/>
            </a:solidFill>
            <a:prstDash val="solid"/>
          </a:ln>
        </p:spPr>
      </p:sp>
      <p:sp>
        <p:nvSpPr>
          <p:cNvPr id="10" name="pdf-page-middle">
            <a:extLst xmlns:a="http://schemas.openxmlformats.org/drawingml/2006/main">
              <a:ext uri="{FF2B5EF4-FFF2-40B4-BE49-F238E27FC236}">
                <a16:creationId xmlns:a16="http://schemas.microsoft.com/office/drawing/2014/main" id="{77B8BBB8-EB44-BBFF-74DD-7516AB2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81075"/>
            <a:ext cx="1219200" cy="1638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585C"/>
            </a:solidFill>
            <a:prstDash val="solid"/>
          </a:ln>
        </p:spPr>
      </p:sp>
      <p:sp>
        <p:nvSpPr>
          <p:cNvPr id="11" name="pdf-page-front">
            <a:extLst xmlns:a="http://schemas.openxmlformats.org/drawingml/2006/main">
              <a:ext uri="{FF2B5EF4-FFF2-40B4-BE49-F238E27FC236}">
                <a16:creationId xmlns:a16="http://schemas.microsoft.com/office/drawing/2014/main" id="{E70297FD-CE7C-A7F5-A6E6-F44CA71D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219200" cy="1638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358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df-line-0">
            <a:extLst xmlns:a="http://schemas.openxmlformats.org/drawingml/2006/main">
              <a:ext uri="{FF2B5EF4-FFF2-40B4-BE49-F238E27FC236}">
                <a16:creationId xmlns:a16="http://schemas.microsoft.com/office/drawing/2014/main" id="{96547967-1C7E-81A1-EB1B-E1CFF36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line-1">
            <a:extLst xmlns:a="http://schemas.openxmlformats.org/drawingml/2006/main">
              <a:ext uri="{FF2B5EF4-FFF2-40B4-BE49-F238E27FC236}">
                <a16:creationId xmlns:a16="http://schemas.microsoft.com/office/drawing/2014/main" id="{6B02C25E-4615-3F34-F278-FD8A9DA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716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line-2">
            <a:extLst xmlns:a="http://schemas.openxmlformats.org/drawingml/2006/main">
              <a:ext uri="{FF2B5EF4-FFF2-40B4-BE49-F238E27FC236}">
                <a16:creationId xmlns:a16="http://schemas.microsoft.com/office/drawing/2014/main" id="{FB67CBF9-8262-C4DF-0E43-C123A931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240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line-3">
            <a:extLst xmlns:a="http://schemas.openxmlformats.org/drawingml/2006/main">
              <a:ext uri="{FF2B5EF4-FFF2-40B4-BE49-F238E27FC236}">
                <a16:creationId xmlns:a16="http://schemas.microsoft.com/office/drawing/2014/main" id="{EAC7D84F-4F8D-8753-46C1-C6F5C851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764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line-4">
            <a:extLst xmlns:a="http://schemas.openxmlformats.org/drawingml/2006/main">
              <a:ext uri="{FF2B5EF4-FFF2-40B4-BE49-F238E27FC236}">
                <a16:creationId xmlns:a16="http://schemas.microsoft.com/office/drawing/2014/main" id="{E11FFBB0-20C0-5887-B00A-1C73136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288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1B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df-label-bg">
            <a:extLst xmlns:a="http://schemas.openxmlformats.org/drawingml/2006/main">
              <a:ext uri="{FF2B5EF4-FFF2-40B4-BE49-F238E27FC236}">
                <a16:creationId xmlns:a16="http://schemas.microsoft.com/office/drawing/2014/main" id="{3EEA93C1-401D-A2C8-368E-57A4CB8F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6858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71920"/>
          </a:solidFill>
          <a:ln xmlns:a="http://schemas.openxmlformats.org/drawingml/2006/main" w="9525">
            <a:solidFill>
              <a:srgbClr val="8C0D12"/>
            </a:solidFill>
            <a:prstDash val="solid"/>
          </a:ln>
        </p:spPr>
      </p:sp>
      <p:sp>
        <p:nvSpPr>
          <p:cNvPr id="18" name="pdf-label">
            <a:extLst xmlns:a="http://schemas.openxmlformats.org/drawingml/2006/main">
              <a:ext uri="{FF2B5EF4-FFF2-40B4-BE49-F238E27FC236}">
                <a16:creationId xmlns:a16="http://schemas.microsoft.com/office/drawing/2014/main" id="{C739E24C-40CC-5B61-5612-AA663F6F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9" name="page-count">
            <a:extLst xmlns:a="http://schemas.openxmlformats.org/drawingml/2006/main">
              <a:ext uri="{FF2B5EF4-FFF2-40B4-BE49-F238E27FC236}">
                <a16:creationId xmlns:a16="http://schemas.microsoft.com/office/drawing/2014/main" id="{F80FE250-EB23-527A-34DF-8058EAB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0037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145A9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5A91"/>
                </a:solidFill>
                <a:latin typeface="Arial"/>
                <a:ea typeface="Arial"/>
                <a:cs typeface="Arial"/>
              </a:rPr>
              <a:t>294 pages</a:t>
            </a:r>
          </a:p>
        </p:txBody>
      </p:sp>
      <p:sp>
        <p:nvSpPr>
          <p:cNvPr id="20" name="page-composition">
            <a:extLst xmlns:a="http://schemas.openxmlformats.org/drawingml/2006/main">
              <a:ext uri="{FF2B5EF4-FFF2-40B4-BE49-F238E27FC236}">
                <a16:creationId xmlns:a16="http://schemas.microsoft.com/office/drawing/2014/main" id="{E3AA78AA-497B-7EAD-4790-2E7C297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0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229 government + 65 arXiv</a:t>
            </a:r>
          </a:p>
        </p:txBody>
      </p:sp>
      <p:sp>
        <p:nvSpPr>
          <p:cNvPr id="21" name="held-out-probe-bg">
            <a:extLst xmlns:a="http://schemas.openxmlformats.org/drawingml/2006/main">
              <a:ext uri="{FF2B5EF4-FFF2-40B4-BE49-F238E27FC236}">
                <a16:creationId xmlns:a16="http://schemas.microsoft.com/office/drawing/2014/main" id="{ECCD838A-F706-2913-1923-0913AF37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76750"/>
            <a:ext cx="2571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4288">
            <a:solidFill>
              <a:srgbClr val="061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query-icon-circle">
            <a:extLst xmlns:a="http://schemas.openxmlformats.org/drawingml/2006/main">
              <a:ext uri="{FF2B5EF4-FFF2-40B4-BE49-F238E27FC236}">
                <a16:creationId xmlns:a16="http://schemas.microsoft.com/office/drawing/2014/main" id="{40BE54ED-AEA3-CABC-FA1C-404F913B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1841"/>
            <a:ext cx="752475" cy="752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query-icon-q">
            <a:extLst xmlns:a="http://schemas.openxmlformats.org/drawingml/2006/main">
              <a:ext uri="{FF2B5EF4-FFF2-40B4-BE49-F238E27FC236}">
                <a16:creationId xmlns:a16="http://schemas.microsoft.com/office/drawing/2014/main" id="{1311ABDA-0DAC-C05F-9885-14BDA5B6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2100" b="1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probe-title">
            <a:extLst xmlns:a="http://schemas.openxmlformats.org/drawingml/2006/main">
              <a:ext uri="{FF2B5EF4-FFF2-40B4-BE49-F238E27FC236}">
                <a16:creationId xmlns:a16="http://schemas.microsoft.com/office/drawing/2014/main" id="{9A6246A1-A6F3-DEB7-2204-022F0E9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Held-out Q-A probe</a:t>
            </a:r>
          </a:p>
        </p:txBody>
      </p:sp>
      <p:sp>
        <p:nvSpPr>
          <p:cNvPr id="25" name="probe-count">
            <a:extLst xmlns:a="http://schemas.openxmlformats.org/drawingml/2006/main">
              <a:ext uri="{FF2B5EF4-FFF2-40B4-BE49-F238E27FC236}">
                <a16:creationId xmlns:a16="http://schemas.microsoft.com/office/drawing/2014/main" id="{EC76187B-6805-3D4E-50F2-19D1598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400" b="1" i="0">
                <a:solidFill>
                  <a:srgbClr val="42A6E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2A6E8"/>
                </a:solidFill>
                <a:latin typeface="Arial"/>
                <a:ea typeface="Arial"/>
                <a:cs typeface="Arial"/>
              </a:rPr>
              <a:t>663 Q-A</a:t>
            </a:r>
          </a:p>
        </p:txBody>
      </p:sp>
      <p:sp>
        <p:nvSpPr>
          <p:cNvPr id="26" name="probe-composition">
            <a:extLst xmlns:a="http://schemas.openxmlformats.org/drawingml/2006/main">
              <a:ext uri="{FF2B5EF4-FFF2-40B4-BE49-F238E27FC236}">
                <a16:creationId xmlns:a16="http://schemas.microsoft.com/office/drawing/2014/main" id="{8C6E7811-18CF-337B-0145-3E3146E0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2EDF3"/>
                </a:solidFill>
                <a:latin typeface="Arial"/>
                <a:ea typeface="Arial"/>
                <a:cs typeface="Arial"/>
              </a:rPr>
              <a:t>527 government + 136 arXiv</a:t>
            </a:r>
          </a:p>
        </p:txBody>
      </p:sp>
      <p:sp>
        <p:nvSpPr>
          <p:cNvPr id="27" name="probe-fields">
            <a:extLst xmlns:a="http://schemas.openxmlformats.org/drawingml/2006/main">
              <a:ext uri="{FF2B5EF4-FFF2-40B4-BE49-F238E27FC236}">
                <a16:creationId xmlns:a16="http://schemas.microsoft.com/office/drawing/2014/main" id="{68D0A5D5-6632-96F1-4EDE-64E895B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627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 + reference page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answer span</a:t>
            </a:r>
          </a:p>
        </p:txBody>
      </p:sp>
      <p:sp>
        <p:nvSpPr>
          <p:cNvPr id="30" name="parser-candidates-bg">
            <a:extLst xmlns:a="http://schemas.openxmlformats.org/drawingml/2006/main">
              <a:ext uri="{FF2B5EF4-FFF2-40B4-BE49-F238E27FC236}">
                <a16:creationId xmlns:a16="http://schemas.microsoft.com/office/drawing/2014/main" id="{1807211B-50E1-6419-B186-AE790946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52500"/>
            <a:ext cx="233362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</p:sp>
      <p:sp>
        <p:nvSpPr>
          <p:cNvPr id="31" name="parser-candidates-title">
            <a:extLst xmlns:a="http://schemas.openxmlformats.org/drawingml/2006/main">
              <a:ext uri="{FF2B5EF4-FFF2-40B4-BE49-F238E27FC236}">
                <a16:creationId xmlns:a16="http://schemas.microsoft.com/office/drawing/2014/main" id="{C5A8685F-D299-DF22-B876-6501497B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28700"/>
            <a:ext cx="218122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Parser candidates P_i</a:t>
            </a:r>
          </a:p>
        </p:txBody>
      </p:sp>
      <p:sp>
        <p:nvSpPr>
          <p:cNvPr id="32" name="parser-candidates-subtitle">
            <a:extLst xmlns:a="http://schemas.openxmlformats.org/drawingml/2006/main">
              <a:ext uri="{FF2B5EF4-FFF2-40B4-BE49-F238E27FC236}">
                <a16:creationId xmlns:a16="http://schemas.microsoft.com/office/drawing/2014/main" id="{B22F2AE8-1BA2-68CA-9E0D-CE4F4F5A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46454"/>
            <a:ext cx="2181225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P_1   P_2   ...   P_m</a:t>
            </a:r>
          </a:p>
        </p:txBody>
      </p:sp>
      <p:sp>
        <p:nvSpPr>
          <p:cNvPr id="33" name="parsed-pages-bg">
            <a:extLst xmlns:a="http://schemas.openxmlformats.org/drawingml/2006/main">
              <a:ext uri="{FF2B5EF4-FFF2-40B4-BE49-F238E27FC236}">
                <a16:creationId xmlns:a16="http://schemas.microsoft.com/office/drawing/2014/main" id="{29ADE3FE-84F2-C85D-9F94-E4C8CB4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33362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</p:sp>
      <p:sp>
        <p:nvSpPr>
          <p:cNvPr id="34" name="parsed-pages-title">
            <a:extLst xmlns:a="http://schemas.openxmlformats.org/drawingml/2006/main">
              <a:ext uri="{FF2B5EF4-FFF2-40B4-BE49-F238E27FC236}">
                <a16:creationId xmlns:a16="http://schemas.microsoft.com/office/drawing/2014/main" id="{6D6F7ABE-39F2-2721-265D-B1B325A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181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Parsed page outputs</a:t>
            </a:r>
          </a:p>
        </p:txBody>
      </p:sp>
      <p:sp>
        <p:nvSpPr>
          <p:cNvPr id="35" name="chunker-candidates-bg">
            <a:extLst xmlns:a="http://schemas.openxmlformats.org/drawingml/2006/main">
              <a:ext uri="{FF2B5EF4-FFF2-40B4-BE49-F238E27FC236}">
                <a16:creationId xmlns:a16="http://schemas.microsoft.com/office/drawing/2014/main" id="{7C404496-A9F4-32BA-91D3-5419114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233362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</p:sp>
      <p:sp>
        <p:nvSpPr>
          <p:cNvPr id="36" name="chunker-candidates-title">
            <a:extLst xmlns:a="http://schemas.openxmlformats.org/drawingml/2006/main">
              <a:ext uri="{FF2B5EF4-FFF2-40B4-BE49-F238E27FC236}">
                <a16:creationId xmlns:a16="http://schemas.microsoft.com/office/drawing/2014/main" id="{5CC34143-43E0-9C67-A0C8-1AD2A4E8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21812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Chunker candidates C_j</a:t>
            </a:r>
          </a:p>
        </p:txBody>
      </p:sp>
      <p:sp>
        <p:nvSpPr>
          <p:cNvPr id="37" name="chunker-candidates-subtitle">
            <a:extLst xmlns:a="http://schemas.openxmlformats.org/drawingml/2006/main">
              <a:ext uri="{FF2B5EF4-FFF2-40B4-BE49-F238E27FC236}">
                <a16:creationId xmlns:a16="http://schemas.microsoft.com/office/drawing/2014/main" id="{8718EA62-25F7-D925-7E2C-E7145738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38347"/>
            <a:ext cx="2181225" cy="344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C_1   C_2   ...   C_c</a:t>
            </a:r>
          </a:p>
        </p:txBody>
      </p:sp>
      <p:sp>
        <p:nvSpPr>
          <p:cNvPr id="38" name="candidate-pairs-bg">
            <a:extLst xmlns:a="http://schemas.openxmlformats.org/drawingml/2006/main">
              <a:ext uri="{FF2B5EF4-FFF2-40B4-BE49-F238E27FC236}">
                <a16:creationId xmlns:a16="http://schemas.microsoft.com/office/drawing/2014/main" id="{B3C0AB97-05E5-3A61-06CE-B21AB6F7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762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10478">
            <a:solidFill>
              <a:srgbClr val="7F929F"/>
            </a:solidFill>
            <a:prstDash val="solid"/>
          </a:ln>
        </p:spPr>
      </p:sp>
      <p:sp>
        <p:nvSpPr>
          <p:cNvPr id="39" name="candidate-pairs-text">
            <a:extLst xmlns:a="http://schemas.openxmlformats.org/drawingml/2006/main">
              <a:ext uri="{FF2B5EF4-FFF2-40B4-BE49-F238E27FC236}">
                <a16:creationId xmlns:a16="http://schemas.microsoft.com/office/drawing/2014/main" id="{8879CE27-00D9-E84E-1413-2D5D686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8625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all P_i x C_j pairs</a:t>
            </a:r>
          </a:p>
        </p:txBody>
      </p:sp>
      <p:sp>
        <p:nvSpPr>
          <p:cNvPr id="40" name="candidate-corpora-bg">
            <a:extLst xmlns:a="http://schemas.openxmlformats.org/drawingml/2006/main">
              <a:ext uri="{FF2B5EF4-FFF2-40B4-BE49-F238E27FC236}">
                <a16:creationId xmlns:a16="http://schemas.microsoft.com/office/drawing/2014/main" id="{519BE0F7-0375-9536-00D6-FE0603E7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23336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0E3958"/>
          </a:solidFill>
          <a:ln xmlns:a="http://schemas.openxmlformats.org/drawingml/2006/main" w="13335">
            <a:solidFill>
              <a:srgbClr val="167D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candidate-corpora-title">
            <a:extLst xmlns:a="http://schemas.openxmlformats.org/drawingml/2006/main">
              <a:ext uri="{FF2B5EF4-FFF2-40B4-BE49-F238E27FC236}">
                <a16:creationId xmlns:a16="http://schemas.microsoft.com/office/drawing/2014/main" id="{E9D59382-6520-7456-C833-5A57AF3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72075"/>
            <a:ext cx="21812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corpora</a:t>
            </a:r>
          </a:p>
        </p:txBody>
      </p:sp>
      <p:sp>
        <p:nvSpPr>
          <p:cNvPr id="42" name="candidate-corpora-subtitle">
            <a:extLst xmlns:a="http://schemas.openxmlformats.org/drawingml/2006/main">
              <a:ext uri="{FF2B5EF4-FFF2-40B4-BE49-F238E27FC236}">
                <a16:creationId xmlns:a16="http://schemas.microsoft.com/office/drawing/2014/main" id="{D5CFC2CF-E618-238C-74C4-B27DABC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25643"/>
            <a:ext cx="2181225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C_j</a:t>
            </a: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(</a:t>
            </a: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P_i</a:t>
            </a: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),  m x c</a:t>
            </a:r>
          </a:p>
        </p:txBody>
      </p:sp>
      <p:sp>
        <p:nvSpPr>
          <p:cNvPr id="43" name="index-corpora-bg">
            <a:extLst xmlns:a="http://schemas.openxmlformats.org/drawingml/2006/main">
              <a:ext uri="{FF2B5EF4-FFF2-40B4-BE49-F238E27FC236}">
                <a16:creationId xmlns:a16="http://schemas.microsoft.com/office/drawing/2014/main" id="{D4388058-F1B3-34C0-C148-8D0D46A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67500"/>
            <a:ext cx="2333625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index-corpora-title">
            <a:extLst xmlns:a="http://schemas.openxmlformats.org/drawingml/2006/main">
              <a:ext uri="{FF2B5EF4-FFF2-40B4-BE49-F238E27FC236}">
                <a16:creationId xmlns:a16="http://schemas.microsoft.com/office/drawing/2014/main" id="{B4273460-E0EE-B1E7-E4D2-859DD51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00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 each corpus</a:t>
            </a:r>
          </a:p>
        </p:txBody>
      </p:sp>
      <p:sp>
        <p:nvSpPr>
          <p:cNvPr id="51" name="intrinsic-score-bg">
            <a:extLst xmlns:a="http://schemas.openxmlformats.org/drawingml/2006/main">
              <a:ext uri="{FF2B5EF4-FFF2-40B4-BE49-F238E27FC236}">
                <a16:creationId xmlns:a16="http://schemas.microsoft.com/office/drawing/2014/main" id="{0808B880-7730-CFD2-5EF2-119E4689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7" y="2176008"/>
            <a:ext cx="962025" cy="590551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intrinsic-score-title">
            <a:extLst xmlns:a="http://schemas.openxmlformats.org/drawingml/2006/main">
              <a:ext uri="{FF2B5EF4-FFF2-40B4-BE49-F238E27FC236}">
                <a16:creationId xmlns:a16="http://schemas.microsoft.com/office/drawing/2014/main" id="{076D74BA-4C9E-8DC7-9E80-20BD1DE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07" y="2109334"/>
            <a:ext cx="809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Intrinsic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3" name="intrinsic-rank-bg">
            <a:extLst xmlns:a="http://schemas.openxmlformats.org/drawingml/2006/main">
              <a:ext uri="{FF2B5EF4-FFF2-40B4-BE49-F238E27FC236}">
                <a16:creationId xmlns:a16="http://schemas.microsoft.com/office/drawing/2014/main" id="{FDFB0BF6-165E-9DE9-8C5F-23D76EB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7" y="3152775"/>
            <a:ext cx="962025" cy="639309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intrinsic-rank-title">
            <a:extLst xmlns:a="http://schemas.openxmlformats.org/drawingml/2006/main">
              <a:ext uri="{FF2B5EF4-FFF2-40B4-BE49-F238E27FC236}">
                <a16:creationId xmlns:a16="http://schemas.microsoft.com/office/drawing/2014/main" id="{529531A4-B740-B072-F3B4-4C8A4857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807" y="3209925"/>
            <a:ext cx="809625" cy="545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Intrinsic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55" name="ranking-comparison-bg">
            <a:extLst xmlns:a="http://schemas.openxmlformats.org/drawingml/2006/main">
              <a:ext uri="{FF2B5EF4-FFF2-40B4-BE49-F238E27FC236}">
                <a16:creationId xmlns:a16="http://schemas.microsoft.com/office/drawing/2014/main" id="{AA02FB29-AE6B-8E03-7A3C-B4AFC34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307" y="4105275"/>
            <a:ext cx="12001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ranking-comparison-title">
            <a:extLst xmlns:a="http://schemas.openxmlformats.org/drawingml/2006/main">
              <a:ext uri="{FF2B5EF4-FFF2-40B4-BE49-F238E27FC236}">
                <a16:creationId xmlns:a16="http://schemas.microsoft.com/office/drawing/2014/main" id="{0B43C4F3-FEA0-B48D-814B-66A2FA21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119" y="4160996"/>
            <a:ext cx="116919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Compare 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R</a:t>
            </a: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ankings</a:t>
            </a:r>
            <a:br/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(same </a:t>
            </a: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chunker</a:t>
            </a: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)</a:t>
            </a:r>
            <a:endParaRPr sz="1200" b="1" i="0">
              <a:solidFill>
                <a:srgbClr val="1D2B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anking-finding-bg">
            <a:extLst xmlns:a="http://schemas.openxmlformats.org/drawingml/2006/main">
              <a:ext uri="{FF2B5EF4-FFF2-40B4-BE49-F238E27FC236}">
                <a16:creationId xmlns:a16="http://schemas.microsoft.com/office/drawing/2014/main" id="{147772D5-9C68-BB79-4DAD-0C9AD82B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544" y="4895850"/>
            <a:ext cx="12001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3335">
            <a:solidFill>
              <a:srgbClr val="D06D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ranking-finding-title">
            <a:extLst xmlns:a="http://schemas.openxmlformats.org/drawingml/2006/main">
              <a:ext uri="{FF2B5EF4-FFF2-40B4-BE49-F238E27FC236}">
                <a16:creationId xmlns:a16="http://schemas.microsoft.com/office/drawing/2014/main" id="{D604B551-3D45-5124-6F6C-2D87E4D3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119" y="492442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6D350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D3504"/>
                </a:solidFill>
                <a:latin typeface="Arial"/>
                <a:ea typeface="Arial"/>
                <a:cs typeface="Arial"/>
              </a:rPr>
              <a:t>Intrinsic 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6D350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3504"/>
                </a:solidFill>
                <a:latin typeface="Arial"/>
                <a:ea typeface="Arial"/>
                <a:cs typeface="Arial"/>
              </a:rPr>
              <a:t>ranking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6D350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3504"/>
                </a:solidFill>
                <a:latin typeface="Arial"/>
                <a:ea typeface="Arial"/>
                <a:cs typeface="Arial"/>
              </a:rPr>
              <a:t>c</a:t>
            </a:r>
            <a:r>
              <a:rPr sz="1125" b="1" i="0">
                <a:solidFill>
                  <a:srgbClr val="6D3504"/>
                </a:solidFill>
                <a:latin typeface="Arial"/>
                <a:ea typeface="Arial"/>
                <a:cs typeface="Arial"/>
              </a:rPr>
              <a:t>an mislead</a:t>
            </a:r>
          </a:p>
        </p:txBody>
      </p:sp>
      <p:sp>
        <p:nvSpPr>
          <p:cNvPr id="59" name="contribution-c1-bg">
            <a:extLst xmlns:a="http://schemas.openxmlformats.org/drawingml/2006/main">
              <a:ext uri="{FF2B5EF4-FFF2-40B4-BE49-F238E27FC236}">
                <a16:creationId xmlns:a16="http://schemas.microsoft.com/office/drawing/2014/main" id="{EF6471AA-5307-8B0A-20E1-DF689B0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282" y="39624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68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contribution-c1-text">
            <a:extLst xmlns:a="http://schemas.openxmlformats.org/drawingml/2006/main">
              <a:ext uri="{FF2B5EF4-FFF2-40B4-BE49-F238E27FC236}">
                <a16:creationId xmlns:a16="http://schemas.microsoft.com/office/drawing/2014/main" id="{129AE673-40F6-4AB9-AEBF-4A99197E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332" y="39814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2D20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200B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61" name="candidate-index-label">
            <a:extLst xmlns:a="http://schemas.openxmlformats.org/drawingml/2006/main">
              <a:ext uri="{FF2B5EF4-FFF2-40B4-BE49-F238E27FC236}">
                <a16:creationId xmlns:a16="http://schemas.microsoft.com/office/drawing/2014/main" id="{EC9DCD1F-A71C-3463-6E85-9EE69BD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04932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candidate index</a:t>
            </a:r>
          </a:p>
        </p:txBody>
      </p:sp>
      <p:sp>
        <p:nvSpPr>
          <p:cNvPr id="62" name="search-probe-bg">
            <a:extLst xmlns:a="http://schemas.openxmlformats.org/drawingml/2006/main">
              <a:ext uri="{FF2B5EF4-FFF2-40B4-BE49-F238E27FC236}">
                <a16:creationId xmlns:a16="http://schemas.microsoft.com/office/drawing/2014/main" id="{E04FFB8D-0B57-FACB-D695-5D6F7D02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6300"/>
            <a:ext cx="3714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earch-probe-title">
            <a:extLst xmlns:a="http://schemas.openxmlformats.org/drawingml/2006/main">
              <a:ext uri="{FF2B5EF4-FFF2-40B4-BE49-F238E27FC236}">
                <a16:creationId xmlns:a16="http://schemas.microsoft.com/office/drawing/2014/main" id="{35C2DA44-5ADD-ED5F-1696-FDF9A695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33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with probe queries</a:t>
            </a:r>
          </a:p>
        </p:txBody>
      </p:sp>
      <p:sp>
        <p:nvSpPr>
          <p:cNvPr id="72" name="relevant-chunk-bg">
            <a:extLst xmlns:a="http://schemas.openxmlformats.org/drawingml/2006/main">
              <a:ext uri="{FF2B5EF4-FFF2-40B4-BE49-F238E27FC236}">
                <a16:creationId xmlns:a16="http://schemas.microsoft.com/office/drawing/2014/main" id="{9DCE9DC3-7016-B258-D2BD-FA59DCA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714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</p:sp>
      <p:sp>
        <p:nvSpPr>
          <p:cNvPr id="73" name="relevant-chunk-title">
            <a:extLst xmlns:a="http://schemas.openxmlformats.org/drawingml/2006/main">
              <a:ext uri="{FF2B5EF4-FFF2-40B4-BE49-F238E27FC236}">
                <a16:creationId xmlns:a16="http://schemas.microsoft.com/office/drawing/2014/main" id="{536263A7-1BCF-E667-142B-AC5C0083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Relevant chunk</a:t>
            </a:r>
          </a:p>
        </p:txBody>
      </p:sp>
      <p:sp>
        <p:nvSpPr>
          <p:cNvPr id="74" name="relevant-chunk-subtitle">
            <a:extLst xmlns:a="http://schemas.openxmlformats.org/drawingml/2006/main">
              <a:ext uri="{FF2B5EF4-FFF2-40B4-BE49-F238E27FC236}">
                <a16:creationId xmlns:a16="http://schemas.microsoft.com/office/drawing/2014/main" id="{5A4C8B63-2811-DA53-261F-FA602F31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05075"/>
            <a:ext cx="3562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from reference page AND contains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normalised answer span</a:t>
            </a:r>
          </a:p>
        </p:txBody>
      </p:sp>
      <p:sp>
        <p:nvSpPr>
          <p:cNvPr id="75" name="mrr-bg">
            <a:extLst xmlns:a="http://schemas.openxmlformats.org/drawingml/2006/main">
              <a:ext uri="{FF2B5EF4-FFF2-40B4-BE49-F238E27FC236}">
                <a16:creationId xmlns:a16="http://schemas.microsoft.com/office/drawing/2014/main" id="{DCD6BB38-F4B6-4CED-498E-459BB6F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mrr-title">
            <a:extLst xmlns:a="http://schemas.openxmlformats.org/drawingml/2006/main">
              <a:ext uri="{FF2B5EF4-FFF2-40B4-BE49-F238E27FC236}">
                <a16:creationId xmlns:a16="http://schemas.microsoft.com/office/drawing/2014/main" id="{39B92D93-189C-2741-9AD6-BCC4D52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MRR@k</a:t>
            </a:r>
          </a:p>
        </p:txBody>
      </p:sp>
      <p:sp>
        <p:nvSpPr>
          <p:cNvPr id="77" name="rcps-score-bg">
            <a:extLst xmlns:a="http://schemas.openxmlformats.org/drawingml/2006/main">
              <a:ext uri="{FF2B5EF4-FFF2-40B4-BE49-F238E27FC236}">
                <a16:creationId xmlns:a16="http://schemas.microsoft.com/office/drawing/2014/main" id="{A5616B6D-D854-3534-DCCC-9270C421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7147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2B9E6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rcps-score-title">
            <a:extLst xmlns:a="http://schemas.openxmlformats.org/drawingml/2006/main">
              <a:ext uri="{FF2B5EF4-FFF2-40B4-BE49-F238E27FC236}">
                <a16:creationId xmlns:a16="http://schemas.microsoft.com/office/drawing/2014/main" id="{59E8AE03-2802-8177-2511-8D65C724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56235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RCPS(P,C)</a:t>
            </a:r>
          </a:p>
        </p:txBody>
      </p:sp>
      <p:sp>
        <p:nvSpPr>
          <p:cNvPr id="79" name="rcps-score-subtitle">
            <a:extLst xmlns:a="http://schemas.openxmlformats.org/drawingml/2006/main">
              <a:ext uri="{FF2B5EF4-FFF2-40B4-BE49-F238E27FC236}">
                <a16:creationId xmlns:a16="http://schemas.microsoft.com/office/drawing/2014/main" id="{DD1F15B6-03C6-99CA-454E-D7F58F81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88193"/>
            <a:ext cx="3562350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mean MRR across retrievers and cutoffs</a:t>
            </a:r>
          </a:p>
        </p:txBody>
      </p:sp>
      <p:sp>
        <p:nvSpPr>
          <p:cNvPr id="80" name="contribution-c2-bg">
            <a:extLst xmlns:a="http://schemas.openxmlformats.org/drawingml/2006/main">
              <a:ext uri="{FF2B5EF4-FFF2-40B4-BE49-F238E27FC236}">
                <a16:creationId xmlns:a16="http://schemas.microsoft.com/office/drawing/2014/main" id="{34D56896-877C-076C-53FB-73B15133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18" y="3997643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68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</p:sp>
      <p:sp>
        <p:nvSpPr>
          <p:cNvPr id="81" name="contribution-c2-text">
            <a:extLst xmlns:a="http://schemas.openxmlformats.org/drawingml/2006/main">
              <a:ext uri="{FF2B5EF4-FFF2-40B4-BE49-F238E27FC236}">
                <a16:creationId xmlns:a16="http://schemas.microsoft.com/office/drawing/2014/main" id="{7B9D4728-17D9-6179-55AE-177771C3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0468" y="4016693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2D20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200B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82" name="controlled-settings-bg">
            <a:extLst xmlns:a="http://schemas.openxmlformats.org/drawingml/2006/main">
              <a:ext uri="{FF2B5EF4-FFF2-40B4-BE49-F238E27FC236}">
                <a16:creationId xmlns:a16="http://schemas.microsoft.com/office/drawing/2014/main" id="{8A59C210-3B4A-DC9C-0EE1-04BD9ACB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76875"/>
            <a:ext cx="34290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6E97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controlled-settings-title">
            <a:extLst xmlns:a="http://schemas.openxmlformats.org/drawingml/2006/main">
              <a:ext uri="{FF2B5EF4-FFF2-40B4-BE49-F238E27FC236}">
                <a16:creationId xmlns:a16="http://schemas.microsoft.com/office/drawing/2014/main" id="{33DCB9EF-529E-70CF-71A9-C47B6E73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2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34566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4566F"/>
                </a:solidFill>
                <a:latin typeface="Arial"/>
                <a:ea typeface="Arial"/>
                <a:cs typeface="Arial"/>
              </a:rPr>
              <a:t>Controlled settings</a:t>
            </a:r>
          </a:p>
        </p:txBody>
      </p:sp>
      <p:sp>
        <p:nvSpPr>
          <p:cNvPr id="84" name="controlled-probe-set-bg">
            <a:extLst xmlns:a="http://schemas.openxmlformats.org/drawingml/2006/main">
              <a:ext uri="{FF2B5EF4-FFF2-40B4-BE49-F238E27FC236}">
                <a16:creationId xmlns:a16="http://schemas.microsoft.com/office/drawing/2014/main" id="{FC4BDE6F-2343-9874-0866-D2746E26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915025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AB8CC"/>
            </a:solidFill>
            <a:prstDash val="solid"/>
          </a:ln>
        </p:spPr>
      </p:sp>
      <p:sp>
        <p:nvSpPr>
          <p:cNvPr id="85" name="controlled-probe-set-text">
            <a:extLst xmlns:a="http://schemas.openxmlformats.org/drawingml/2006/main">
              <a:ext uri="{FF2B5EF4-FFF2-40B4-BE49-F238E27FC236}">
                <a16:creationId xmlns:a16="http://schemas.microsoft.com/office/drawing/2014/main" id="{C51013C6-AA35-C8E1-631A-2AE02C35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340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34566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4566F"/>
                </a:solidFill>
                <a:latin typeface="Arial"/>
                <a:ea typeface="Arial"/>
                <a:cs typeface="Arial"/>
              </a:rPr>
              <a:t>Probe set</a:t>
            </a:r>
          </a:p>
        </p:txBody>
      </p:sp>
      <p:sp>
        <p:nvSpPr>
          <p:cNvPr id="86" name="controlled-retrievers-bg">
            <a:extLst xmlns:a="http://schemas.openxmlformats.org/drawingml/2006/main">
              <a:ext uri="{FF2B5EF4-FFF2-40B4-BE49-F238E27FC236}">
                <a16:creationId xmlns:a16="http://schemas.microsoft.com/office/drawing/2014/main" id="{E3F23C7D-5A67-CC8B-58B2-871A4DD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915025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AB8CC"/>
            </a:solidFill>
            <a:prstDash val="solid"/>
          </a:ln>
        </p:spPr>
      </p:sp>
      <p:sp>
        <p:nvSpPr>
          <p:cNvPr id="87" name="controlled-retrievers-text">
            <a:extLst xmlns:a="http://schemas.openxmlformats.org/drawingml/2006/main">
              <a:ext uri="{FF2B5EF4-FFF2-40B4-BE49-F238E27FC236}">
                <a16:creationId xmlns:a16="http://schemas.microsoft.com/office/drawing/2014/main" id="{E553763E-9987-ED0D-B533-2FC98487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9340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34566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4566F"/>
                </a:solidFill>
                <a:latin typeface="Arial"/>
                <a:ea typeface="Arial"/>
                <a:cs typeface="Arial"/>
              </a:rPr>
              <a:t>Retriever models</a:t>
            </a:r>
          </a:p>
        </p:txBody>
      </p:sp>
      <p:sp>
        <p:nvSpPr>
          <p:cNvPr id="88" name="controlled-cutoffs-bg">
            <a:extLst xmlns:a="http://schemas.openxmlformats.org/drawingml/2006/main">
              <a:ext uri="{FF2B5EF4-FFF2-40B4-BE49-F238E27FC236}">
                <a16:creationId xmlns:a16="http://schemas.microsoft.com/office/drawing/2014/main" id="{EB974200-D406-885F-7835-3C9B32FE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334125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AB8CC"/>
            </a:solidFill>
            <a:prstDash val="solid"/>
          </a:ln>
        </p:spPr>
      </p:sp>
      <p:sp>
        <p:nvSpPr>
          <p:cNvPr id="89" name="controlled-cutoffs-text">
            <a:extLst xmlns:a="http://schemas.openxmlformats.org/drawingml/2006/main">
              <a:ext uri="{FF2B5EF4-FFF2-40B4-BE49-F238E27FC236}">
                <a16:creationId xmlns:a16="http://schemas.microsoft.com/office/drawing/2014/main" id="{CDF6BB1A-5DE0-FD2F-37EB-948C091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3531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34566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4566F"/>
                </a:solidFill>
                <a:latin typeface="Arial"/>
                <a:ea typeface="Arial"/>
                <a:cs typeface="Arial"/>
              </a:rPr>
              <a:t>Cutoffs k = 1, 5, 10</a:t>
            </a:r>
          </a:p>
        </p:txBody>
      </p:sp>
      <p:sp>
        <p:nvSpPr>
          <p:cNvPr id="90" name="controlled-relevance-bg">
            <a:extLst xmlns:a="http://schemas.openxmlformats.org/drawingml/2006/main">
              <a:ext uri="{FF2B5EF4-FFF2-40B4-BE49-F238E27FC236}">
                <a16:creationId xmlns:a16="http://schemas.microsoft.com/office/drawing/2014/main" id="{32116A02-B6F7-C049-F7B4-85DC2092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334125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AB8CC"/>
            </a:solidFill>
            <a:prstDash val="solid"/>
          </a:ln>
        </p:spPr>
      </p:sp>
      <p:sp>
        <p:nvSpPr>
          <p:cNvPr id="91" name="controlled-relevance-text">
            <a:extLst xmlns:a="http://schemas.openxmlformats.org/drawingml/2006/main">
              <a:ext uri="{FF2B5EF4-FFF2-40B4-BE49-F238E27FC236}">
                <a16:creationId xmlns:a16="http://schemas.microsoft.com/office/drawing/2014/main" id="{C677A94C-E715-DBF9-F395-57C7AF7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3531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34566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4566F"/>
                </a:solidFill>
                <a:latin typeface="Arial"/>
                <a:ea typeface="Arial"/>
                <a:cs typeface="Arial"/>
              </a:rPr>
              <a:t>Relevance rule</a:t>
            </a:r>
          </a:p>
        </p:txBody>
      </p:sp>
      <p:sp>
        <p:nvSpPr>
          <p:cNvPr id="92" name="candidate-scores-bg">
            <a:extLst xmlns:a="http://schemas.openxmlformats.org/drawingml/2006/main">
              <a:ext uri="{FF2B5EF4-FFF2-40B4-BE49-F238E27FC236}">
                <a16:creationId xmlns:a16="http://schemas.microsoft.com/office/drawing/2014/main" id="{6CA4B8D3-39D3-1B21-B08E-E06F89C5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200900"/>
            <a:ext cx="3714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3958"/>
          </a:solidFill>
          <a:ln xmlns:a="http://schemas.openxmlformats.org/drawingml/2006/main" w="1333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candidate-scores-title">
            <a:extLst xmlns:a="http://schemas.openxmlformats.org/drawingml/2006/main">
              <a:ext uri="{FF2B5EF4-FFF2-40B4-BE49-F238E27FC236}">
                <a16:creationId xmlns:a16="http://schemas.microsoft.com/office/drawing/2014/main" id="{5B9D682A-ACD1-D195-7BEA-F6D99B9F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277100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Candidate-wise RCPS scores</a:t>
            </a:r>
          </a:p>
        </p:txBody>
      </p:sp>
      <p:sp>
        <p:nvSpPr>
          <p:cNvPr id="94" name="candidate-scores-subtitle">
            <a:extLst xmlns:a="http://schemas.openxmlformats.org/drawingml/2006/main">
              <a:ext uri="{FF2B5EF4-FFF2-40B4-BE49-F238E27FC236}">
                <a16:creationId xmlns:a16="http://schemas.microsoft.com/office/drawing/2014/main" id="{96BD9E14-0DCA-27B5-90A5-5C553739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648575"/>
            <a:ext cx="3562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one score for every P_i x C_j</a:t>
            </a:r>
          </a:p>
        </p:txBody>
      </p:sp>
      <p:sp>
        <p:nvSpPr>
          <p:cNvPr id="95" name="score-matrix-frame">
            <a:extLst xmlns:a="http://schemas.openxmlformats.org/drawingml/2006/main">
              <a:ext uri="{FF2B5EF4-FFF2-40B4-BE49-F238E27FC236}">
                <a16:creationId xmlns:a16="http://schemas.microsoft.com/office/drawing/2014/main" id="{C180FB44-9E5A-3D4E-A71F-90963C04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66750"/>
            <a:ext cx="34290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22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score-matrix-header">
            <a:extLst xmlns:a="http://schemas.openxmlformats.org/drawingml/2006/main">
              <a:ext uri="{FF2B5EF4-FFF2-40B4-BE49-F238E27FC236}">
                <a16:creationId xmlns:a16="http://schemas.microsoft.com/office/drawing/2014/main" id="{2B9D977F-2DD2-6F6B-DD55-F75061D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66750"/>
            <a:ext cx="3429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1430">
            <a:solidFill>
              <a:srgbClr val="061D2D"/>
            </a:solidFill>
            <a:prstDash val="solid"/>
          </a:ln>
        </p:spPr>
      </p:sp>
      <p:sp>
        <p:nvSpPr>
          <p:cNvPr id="97" name="score-matrix-header-fill">
            <a:extLst xmlns:a="http://schemas.openxmlformats.org/drawingml/2006/main">
              <a:ext uri="{FF2B5EF4-FFF2-40B4-BE49-F238E27FC236}">
                <a16:creationId xmlns:a16="http://schemas.microsoft.com/office/drawing/2014/main" id="{57F6A6A7-DF79-4F3C-4F41-855AFCC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90839"/>
            <a:ext cx="3429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5"/>
          </a:solidFill>
          <a:ln xmlns:a="http://schemas.openxmlformats.org/drawingml/2006/main" w="0">
            <a:solidFill>
              <a:srgbClr val="082B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score-matrix-title">
            <a:extLst xmlns:a="http://schemas.openxmlformats.org/drawingml/2006/main">
              <a:ext uri="{FF2B5EF4-FFF2-40B4-BE49-F238E27FC236}">
                <a16:creationId xmlns:a16="http://schemas.microsoft.com/office/drawing/2014/main" id="{0A80B3FD-DA24-4C1E-CC3A-9609FDE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85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RCPS score matrix</a:t>
            </a:r>
          </a:p>
        </p:txBody>
      </p:sp>
      <p:sp>
        <p:nvSpPr>
          <p:cNvPr id="99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A866A2C3-00F3-1896-57E0-0A845C8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369" y="14939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DEB312F7-135C-5DB0-134E-826A4EE2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569" y="14939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5D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7F379A8F-3952-1368-34A9-9BE2986F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769" y="14939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matrix-cell-0-3">
            <a:extLst xmlns:a="http://schemas.openxmlformats.org/drawingml/2006/main">
              <a:ext uri="{FF2B5EF4-FFF2-40B4-BE49-F238E27FC236}">
                <a16:creationId xmlns:a16="http://schemas.microsoft.com/office/drawing/2014/main" id="{F016095D-EEFF-015B-2F6B-765F3D2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969" y="14939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F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matrix-cell-0-4">
            <a:extLst xmlns:a="http://schemas.openxmlformats.org/drawingml/2006/main">
              <a:ext uri="{FF2B5EF4-FFF2-40B4-BE49-F238E27FC236}">
                <a16:creationId xmlns:a16="http://schemas.microsoft.com/office/drawing/2014/main" id="{415171AF-50C9-4FFA-C6CA-5AF94796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169" y="14939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0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835B4E7E-9F6F-28D3-BB46-CA7BE1D8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369" y="18558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CC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75733B23-A1B0-F8F4-162F-28844F4F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569" y="18558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A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65FCDBC9-CC03-636E-1E97-7FCBB15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769" y="18558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A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7" name="matrix-cell-1-3">
            <a:extLst xmlns:a="http://schemas.openxmlformats.org/drawingml/2006/main">
              <a:ext uri="{FF2B5EF4-FFF2-40B4-BE49-F238E27FC236}">
                <a16:creationId xmlns:a16="http://schemas.microsoft.com/office/drawing/2014/main" id="{4FA71745-F61D-EBF7-E49C-AAD1A93E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969" y="18558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D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matrix-cell-1-4">
            <a:extLst xmlns:a="http://schemas.openxmlformats.org/drawingml/2006/main">
              <a:ext uri="{FF2B5EF4-FFF2-40B4-BE49-F238E27FC236}">
                <a16:creationId xmlns:a16="http://schemas.microsoft.com/office/drawing/2014/main" id="{21473DE1-C324-7E1E-A141-61EC391F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169" y="18558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EC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9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617854D8-6353-E80B-A059-9D3D46E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369" y="22178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0703E0AB-532D-BB3E-CC2F-FA6F8475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569" y="22178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4A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1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E6635AE9-7DC5-FE5D-7A1F-B6B6176C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769" y="22178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matrix-cell-2-3">
            <a:extLst xmlns:a="http://schemas.openxmlformats.org/drawingml/2006/main">
              <a:ext uri="{FF2B5EF4-FFF2-40B4-BE49-F238E27FC236}">
                <a16:creationId xmlns:a16="http://schemas.microsoft.com/office/drawing/2014/main" id="{52C21E57-DC62-9591-A57F-CE4AB75A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969" y="22178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A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3" name="matrix-cell-2-4">
            <a:extLst xmlns:a="http://schemas.openxmlformats.org/drawingml/2006/main">
              <a:ext uri="{FF2B5EF4-FFF2-40B4-BE49-F238E27FC236}">
                <a16:creationId xmlns:a16="http://schemas.microsoft.com/office/drawing/2014/main" id="{1F3A086A-DFD1-0B84-E12F-D887E661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169" y="221782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E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5E98F8A3-2956-D241-355F-2D92225B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369" y="25797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1E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6BA05991-5177-4CEC-1C58-1377F40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569" y="25797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FC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A691E51B-0A50-7DE3-905D-1F4178B8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769" y="25797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B5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7" name="matrix-cell-3-3">
            <a:extLst xmlns:a="http://schemas.openxmlformats.org/drawingml/2006/main">
              <a:ext uri="{FF2B5EF4-FFF2-40B4-BE49-F238E27FC236}">
                <a16:creationId xmlns:a16="http://schemas.microsoft.com/office/drawing/2014/main" id="{B5455495-695F-4C16-EA04-938477D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969" y="25797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4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8" name="matrix-cell-3-4">
            <a:extLst xmlns:a="http://schemas.openxmlformats.org/drawingml/2006/main">
              <a:ext uri="{FF2B5EF4-FFF2-40B4-BE49-F238E27FC236}">
                <a16:creationId xmlns:a16="http://schemas.microsoft.com/office/drawing/2014/main" id="{71219DC6-3038-CC88-E900-6902E26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169" y="2579772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4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9" name="matrix-highlight">
            <a:extLst xmlns:a="http://schemas.openxmlformats.org/drawingml/2006/main">
              <a:ext uri="{FF2B5EF4-FFF2-40B4-BE49-F238E27FC236}">
                <a16:creationId xmlns:a16="http://schemas.microsoft.com/office/drawing/2014/main" id="{CBC5F454-9FFF-8014-0B95-1D59DCC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769" y="2217822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2A900"/>
            </a:solidFill>
            <a:prstDash val="solid"/>
          </a:ln>
        </p:spPr>
      </p:sp>
      <p:sp>
        <p:nvSpPr>
          <p:cNvPr id="121" name="matrix-cols">
            <a:extLst xmlns:a="http://schemas.openxmlformats.org/drawingml/2006/main">
              <a:ext uri="{FF2B5EF4-FFF2-40B4-BE49-F238E27FC236}">
                <a16:creationId xmlns:a16="http://schemas.microsoft.com/office/drawing/2014/main" id="{F39F32FD-00D1-B098-2FB9-9FF354A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1151022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 i="0">
                <a:solidFill>
                  <a:srgbClr val="07512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5129"/>
                </a:solidFill>
                <a:latin typeface="Arial"/>
                <a:ea typeface="Arial"/>
                <a:cs typeface="Arial"/>
              </a:rPr>
              <a:t>C_1      ...      </a:t>
            </a:r>
            <a:r>
              <a:rPr sz="1275" b="1" i="0">
                <a:solidFill>
                  <a:srgbClr val="075129"/>
                </a:solidFill>
                <a:latin typeface="Arial"/>
                <a:ea typeface="Arial"/>
                <a:cs typeface="Arial"/>
              </a:rPr>
              <a:t>C_j</a:t>
            </a:r>
            <a:r>
              <a:rPr sz="1275" b="1" i="0">
                <a:solidFill>
                  <a:srgbClr val="075129"/>
                </a:solidFill>
                <a:latin typeface="Arial"/>
                <a:ea typeface="Arial"/>
                <a:cs typeface="Arial"/>
              </a:rPr>
              <a:t>      ...      </a:t>
            </a:r>
            <a:r>
              <a:rPr sz="1275" b="1" i="0">
                <a:solidFill>
                  <a:srgbClr val="075129"/>
                </a:solidFill>
                <a:latin typeface="Arial"/>
                <a:ea typeface="Arial"/>
                <a:cs typeface="Arial"/>
              </a:rPr>
              <a:t>C_c</a:t>
            </a:r>
            <a:endParaRPr sz="1275" b="1" i="0">
              <a:solidFill>
                <a:srgbClr val="0751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matrix-rows">
            <a:extLst xmlns:a="http://schemas.openxmlformats.org/drawingml/2006/main">
              <a:ext uri="{FF2B5EF4-FFF2-40B4-BE49-F238E27FC236}">
                <a16:creationId xmlns:a16="http://schemas.microsoft.com/office/drawing/2014/main" id="{5ACB02E4-FDB4-BD2C-0921-DA13C70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019" y="1417722"/>
            <a:ext cx="457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 i="0">
                <a:solidFill>
                  <a:srgbClr val="1B5A9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5A95"/>
                </a:solidFill>
                <a:latin typeface="Arial"/>
                <a:ea typeface="Arial"/>
                <a:cs typeface="Arial"/>
              </a:rPr>
              <a:t>P_1</a:t>
            </a:r>
            <a:endParaRPr sz="1275" b="1" i="0">
              <a:solidFill>
                <a:srgbClr val="1B5A9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1B5A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5A95"/>
                </a:solidFill>
                <a:latin typeface="Arial"/>
                <a:ea typeface="Arial"/>
                <a:cs typeface="Arial"/>
              </a:rPr>
              <a:t>...</a:t>
            </a:r>
            <a:endParaRPr sz="1275" b="1" i="0">
              <a:solidFill>
                <a:srgbClr val="1B5A9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 b="1" i="0">
                <a:solidFill>
                  <a:srgbClr val="1B5A9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5A95"/>
                </a:solidFill>
                <a:latin typeface="Arial"/>
                <a:ea typeface="Arial"/>
                <a:cs typeface="Arial"/>
              </a:rPr>
              <a:t>P_i</a:t>
            </a:r>
            <a:endParaRPr sz="1275" b="1" i="0">
              <a:solidFill>
                <a:srgbClr val="1B5A9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1B5A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5A95"/>
                </a:solidFill>
                <a:latin typeface="Arial"/>
                <a:ea typeface="Arial"/>
                <a:cs typeface="Arial"/>
              </a:rPr>
              <a:t>...</a:t>
            </a:r>
            <a:endParaRPr sz="1275" b="1" i="0">
              <a:solidFill>
                <a:srgbClr val="1B5A9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 b="1" i="0">
                <a:solidFill>
                  <a:srgbClr val="1B5A9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5A95"/>
                </a:solidFill>
                <a:latin typeface="Arial"/>
                <a:ea typeface="Arial"/>
                <a:cs typeface="Arial"/>
              </a:rPr>
              <a:t>P_m</a:t>
            </a:r>
            <a:endParaRPr sz="1275" b="1" i="0">
              <a:solidFill>
                <a:srgbClr val="1B5A9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rank-rule-bg">
            <a:extLst xmlns:a="http://schemas.openxmlformats.org/drawingml/2006/main">
              <a:ext uri="{FF2B5EF4-FFF2-40B4-BE49-F238E27FC236}">
                <a16:creationId xmlns:a16="http://schemas.microsoft.com/office/drawing/2014/main" id="{6D494A0B-64CE-3A73-3ED2-0BC8C9D9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3390900"/>
            <a:ext cx="3143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4EE"/>
          </a:solidFill>
          <a:ln xmlns:a="http://schemas.openxmlformats.org/drawingml/2006/main" w="10478">
            <a:solidFill>
              <a:srgbClr val="0F7040"/>
            </a:solidFill>
            <a:prstDash val="solid"/>
          </a:ln>
        </p:spPr>
      </p:sp>
      <p:sp>
        <p:nvSpPr>
          <p:cNvPr id="124" name="rank-rule-text">
            <a:extLst xmlns:a="http://schemas.openxmlformats.org/drawingml/2006/main">
              <a:ext uri="{FF2B5EF4-FFF2-40B4-BE49-F238E27FC236}">
                <a16:creationId xmlns:a16="http://schemas.microsoft.com/office/drawing/2014/main" id="{CDBE24DB-2295-A032-1992-BE0E2666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409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RCPS rank | latency/compute tie-break</a:t>
            </a:r>
          </a:p>
        </p:txBody>
      </p:sp>
      <p:sp>
        <p:nvSpPr>
          <p:cNvPr id="125" name="selected-config-bg">
            <a:extLst xmlns:a="http://schemas.openxmlformats.org/drawingml/2006/main">
              <a:ext uri="{FF2B5EF4-FFF2-40B4-BE49-F238E27FC236}">
                <a16:creationId xmlns:a16="http://schemas.microsoft.com/office/drawing/2014/main" id="{A70B3AFE-816B-CE09-D839-B1F5493A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48100"/>
            <a:ext cx="3429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5129"/>
          </a:solidFill>
          <a:ln xmlns:a="http://schemas.openxmlformats.org/drawingml/2006/main" w="13335">
            <a:solidFill>
              <a:srgbClr val="0A3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6" name="selected-config-title">
            <a:extLst xmlns:a="http://schemas.openxmlformats.org/drawingml/2006/main">
              <a:ext uri="{FF2B5EF4-FFF2-40B4-BE49-F238E27FC236}">
                <a16:creationId xmlns:a16="http://schemas.microsoft.com/office/drawing/2014/main" id="{DE7BAA74-C3E3-044E-FB31-14FEAD6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924300"/>
            <a:ext cx="32766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P* + C*</a:t>
            </a:r>
          </a:p>
        </p:txBody>
      </p:sp>
      <p:sp>
        <p:nvSpPr>
          <p:cNvPr id="127" name="selected-config-subtitle">
            <a:extLst xmlns:a="http://schemas.openxmlformats.org/drawingml/2006/main">
              <a:ext uri="{FF2B5EF4-FFF2-40B4-BE49-F238E27FC236}">
                <a16:creationId xmlns:a16="http://schemas.microsoft.com/office/drawing/2014/main" id="{223D5A4A-3C2E-6807-F281-DF0429D4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161473"/>
            <a:ext cx="3276600" cy="28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parser + </a:t>
            </a: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chunker</a:t>
            </a:r>
            <a:r>
              <a:rPr sz="1200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 configuration</a:t>
            </a:r>
          </a:p>
        </p:txBody>
      </p:sp>
      <p:sp>
        <p:nvSpPr>
          <p:cNvPr id="128" name="selected-p-output-bg">
            <a:extLst xmlns:a="http://schemas.openxmlformats.org/drawingml/2006/main">
              <a:ext uri="{FF2B5EF4-FFF2-40B4-BE49-F238E27FC236}">
                <a16:creationId xmlns:a16="http://schemas.microsoft.com/office/drawing/2014/main" id="{34F9D1C7-F5FA-2B72-A6E5-7D7347C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62500"/>
            <a:ext cx="104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63A0"/>
            </a:solidFill>
            <a:prstDash val="solid"/>
          </a:ln>
        </p:spPr>
      </p:sp>
      <p:sp>
        <p:nvSpPr>
          <p:cNvPr id="129" name="selected-p-output-text">
            <a:extLst xmlns:a="http://schemas.openxmlformats.org/drawingml/2006/main">
              <a:ext uri="{FF2B5EF4-FFF2-40B4-BE49-F238E27FC236}">
                <a16:creationId xmlns:a16="http://schemas.microsoft.com/office/drawing/2014/main" id="{6E436E38-9B8B-8CF6-A26F-2FD3A95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47815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P* output</a:t>
            </a:r>
          </a:p>
        </p:txBody>
      </p:sp>
      <p:sp>
        <p:nvSpPr>
          <p:cNvPr id="130" name="selected-c-chunks-bg">
            <a:extLst xmlns:a="http://schemas.openxmlformats.org/drawingml/2006/main">
              <a:ext uri="{FF2B5EF4-FFF2-40B4-BE49-F238E27FC236}">
                <a16:creationId xmlns:a16="http://schemas.microsoft.com/office/drawing/2014/main" id="{25FEB8E3-255A-B546-1253-23B5053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762500"/>
            <a:ext cx="104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6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1" name="selected-c-chunks-text">
            <a:extLst xmlns:a="http://schemas.openxmlformats.org/drawingml/2006/main">
              <a:ext uri="{FF2B5EF4-FFF2-40B4-BE49-F238E27FC236}">
                <a16:creationId xmlns:a16="http://schemas.microsoft.com/office/drawing/2014/main" id="{DF362177-1D61-476E-CDE5-9E29180B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7815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C* chunks</a:t>
            </a:r>
          </a:p>
        </p:txBody>
      </p:sp>
      <p:sp>
        <p:nvSpPr>
          <p:cNvPr id="132" name="reference-fields-bg">
            <a:extLst xmlns:a="http://schemas.openxmlformats.org/drawingml/2006/main">
              <a:ext uri="{FF2B5EF4-FFF2-40B4-BE49-F238E27FC236}">
                <a16:creationId xmlns:a16="http://schemas.microsoft.com/office/drawing/2014/main" id="{DBA6793E-59DC-5DF6-B6F8-6E6D6223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762500"/>
            <a:ext cx="104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63A0"/>
            </a:solidFill>
            <a:prstDash val="solid"/>
          </a:ln>
        </p:spPr>
      </p:sp>
      <p:sp>
        <p:nvSpPr>
          <p:cNvPr id="133" name="reference-fields-text">
            <a:extLst xmlns:a="http://schemas.openxmlformats.org/drawingml/2006/main">
              <a:ext uri="{FF2B5EF4-FFF2-40B4-BE49-F238E27FC236}">
                <a16:creationId xmlns:a16="http://schemas.microsoft.com/office/drawing/2014/main" id="{93066A2F-47E3-9602-B9D4-8DC22FF0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325" y="47815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8380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Ref. page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+ span</a:t>
            </a:r>
          </a:p>
        </p:txBody>
      </p:sp>
      <p:sp>
        <p:nvSpPr>
          <p:cNvPr id="134" name="coverage-bg">
            <a:extLst xmlns:a="http://schemas.openxmlformats.org/drawingml/2006/main">
              <a:ext uri="{FF2B5EF4-FFF2-40B4-BE49-F238E27FC236}">
                <a16:creationId xmlns:a16="http://schemas.microsoft.com/office/drawing/2014/main" id="{FE91110C-DA24-7364-1964-991BDEA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295900"/>
            <a:ext cx="30099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82B45"/>
          </a:solidFill>
          <a:ln xmlns:a="http://schemas.openxmlformats.org/drawingml/2006/main" w="13335">
            <a:solidFill>
              <a:srgbClr val="061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5" name="coverage-title">
            <a:extLst xmlns:a="http://schemas.openxmlformats.org/drawingml/2006/main">
              <a:ext uri="{FF2B5EF4-FFF2-40B4-BE49-F238E27FC236}">
                <a16:creationId xmlns:a16="http://schemas.microsoft.com/office/drawing/2014/main" id="{A76D5A6C-68FB-3302-18FC-B99BD7B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372100"/>
            <a:ext cx="285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Coverage diagnostic</a:t>
            </a:r>
          </a:p>
        </p:txBody>
      </p:sp>
      <p:sp>
        <p:nvSpPr>
          <p:cNvPr id="136" name="coverage-subtitle">
            <a:extLst xmlns:a="http://schemas.openxmlformats.org/drawingml/2006/main">
              <a:ext uri="{FF2B5EF4-FFF2-40B4-BE49-F238E27FC236}">
                <a16:creationId xmlns:a16="http://schemas.microsoft.com/office/drawing/2014/main" id="{8EAC023E-4AA5-09EC-CA43-FAC57AC8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582412"/>
            <a:ext cx="2857500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E4EDF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4EDF3"/>
                </a:solidFill>
                <a:latin typeface="Arial"/>
                <a:ea typeface="Arial"/>
                <a:cs typeface="Arial"/>
              </a:rPr>
              <a:t>retriever-free exact-span check</a:t>
            </a:r>
          </a:p>
        </p:txBody>
      </p:sp>
      <p:sp>
        <p:nvSpPr>
          <p:cNvPr id="137" name="contribution-c3-bg">
            <a:extLst xmlns:a="http://schemas.openxmlformats.org/drawingml/2006/main">
              <a:ext uri="{FF2B5EF4-FFF2-40B4-BE49-F238E27FC236}">
                <a16:creationId xmlns:a16="http://schemas.microsoft.com/office/drawing/2014/main" id="{3AB43F8A-C6D0-FA59-DB70-FE15DA6A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318" y="524065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68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8" name="contribution-c3-text">
            <a:extLst xmlns:a="http://schemas.openxmlformats.org/drawingml/2006/main">
              <a:ext uri="{FF2B5EF4-FFF2-40B4-BE49-F238E27FC236}">
                <a16:creationId xmlns:a16="http://schemas.microsoft.com/office/drawing/2014/main" id="{D1898C65-7459-718B-0D80-865F71A4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6368" y="525970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2D20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200B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9" name="outcome-absent-bg">
            <a:extLst xmlns:a="http://schemas.openxmlformats.org/drawingml/2006/main">
              <a:ext uri="{FF2B5EF4-FFF2-40B4-BE49-F238E27FC236}">
                <a16:creationId xmlns:a16="http://schemas.microsoft.com/office/drawing/2014/main" id="{CC29913B-2A9F-D309-B76C-FB7FC4C6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153150"/>
            <a:ext cx="1066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3335">
            <a:solidFill>
              <a:srgbClr val="D06D13"/>
            </a:solidFill>
            <a:prstDash val="solid"/>
          </a:ln>
        </p:spPr>
      </p:sp>
      <p:sp>
        <p:nvSpPr>
          <p:cNvPr id="140" name="outcome-absent-title">
            <a:extLst xmlns:a="http://schemas.openxmlformats.org/drawingml/2006/main">
              <a:ext uri="{FF2B5EF4-FFF2-40B4-BE49-F238E27FC236}">
                <a16:creationId xmlns:a16="http://schemas.microsoft.com/office/drawing/2014/main" id="{3BE14D58-CCED-DA0A-D64D-48DADEC8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229350"/>
            <a:ext cx="914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6D350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D3504"/>
                </a:solidFill>
                <a:latin typeface="Arial"/>
                <a:ea typeface="Arial"/>
                <a:cs typeface="Arial"/>
              </a:rPr>
              <a:t>Absent</a:t>
            </a:r>
          </a:p>
        </p:txBody>
      </p:sp>
      <p:sp>
        <p:nvSpPr>
          <p:cNvPr id="141" name="outcome-absent-subtitle">
            <a:extLst xmlns:a="http://schemas.openxmlformats.org/drawingml/2006/main">
              <a:ext uri="{FF2B5EF4-FFF2-40B4-BE49-F238E27FC236}">
                <a16:creationId xmlns:a16="http://schemas.microsoft.com/office/drawing/2014/main" id="{A9271BE0-5D2A-D2B8-744B-BD71A20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466523"/>
            <a:ext cx="914400" cy="28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9664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6D350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D3504"/>
                </a:solidFill>
                <a:latin typeface="Arial"/>
                <a:ea typeface="Arial"/>
                <a:cs typeface="Arial"/>
              </a:rPr>
              <a:t>no match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6D350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D3504"/>
                </a:solidFill>
                <a:latin typeface="Arial"/>
                <a:ea typeface="Arial"/>
                <a:cs typeface="Arial"/>
              </a:rPr>
              <a:t>in output</a:t>
            </a:r>
          </a:p>
        </p:txBody>
      </p:sp>
      <p:sp>
        <p:nvSpPr>
          <p:cNvPr id="142" name="outcome-covered-bg">
            <a:extLst xmlns:a="http://schemas.openxmlformats.org/drawingml/2006/main">
              <a:ext uri="{FF2B5EF4-FFF2-40B4-BE49-F238E27FC236}">
                <a16:creationId xmlns:a16="http://schemas.microsoft.com/office/drawing/2014/main" id="{BB37463F-F3E5-1CA3-0B20-293B86DE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153150"/>
            <a:ext cx="1066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2E8"/>
          </a:solidFill>
          <a:ln xmlns:a="http://schemas.openxmlformats.org/drawingml/2006/main" w="13335">
            <a:solidFill>
              <a:srgbClr val="4F7E45"/>
            </a:solidFill>
            <a:prstDash val="solid"/>
          </a:ln>
        </p:spPr>
      </p:sp>
      <p:sp>
        <p:nvSpPr>
          <p:cNvPr id="143" name="outcome-covered-title">
            <a:extLst xmlns:a="http://schemas.openxmlformats.org/drawingml/2006/main">
              <a:ext uri="{FF2B5EF4-FFF2-40B4-BE49-F238E27FC236}">
                <a16:creationId xmlns:a16="http://schemas.microsoft.com/office/drawing/2014/main" id="{5D5F7820-8D5A-B725-1C11-5185D8D2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229350"/>
            <a:ext cx="914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1735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51D"/>
                </a:solidFill>
                <a:latin typeface="Arial"/>
                <a:ea typeface="Arial"/>
                <a:cs typeface="Arial"/>
              </a:rPr>
              <a:t>Covered</a:t>
            </a:r>
          </a:p>
        </p:txBody>
      </p:sp>
      <p:sp>
        <p:nvSpPr>
          <p:cNvPr id="144" name="outcome-covered-subtitle">
            <a:extLst xmlns:a="http://schemas.openxmlformats.org/drawingml/2006/main">
              <a:ext uri="{FF2B5EF4-FFF2-40B4-BE49-F238E27FC236}">
                <a16:creationId xmlns:a16="http://schemas.microsoft.com/office/drawing/2014/main" id="{63C58F63-A423-EB70-226A-397172AB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466523"/>
            <a:ext cx="914400" cy="28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28442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8442C"/>
                </a:solidFill>
                <a:latin typeface="Arial"/>
                <a:ea typeface="Arial"/>
                <a:cs typeface="Arial"/>
              </a:rPr>
              <a:t>one chunk</a:t>
            </a:r>
          </a:p>
        </p:txBody>
      </p:sp>
      <p:sp>
        <p:nvSpPr>
          <p:cNvPr id="145" name="outcome-split-bg">
            <a:extLst xmlns:a="http://schemas.openxmlformats.org/drawingml/2006/main">
              <a:ext uri="{FF2B5EF4-FFF2-40B4-BE49-F238E27FC236}">
                <a16:creationId xmlns:a16="http://schemas.microsoft.com/office/drawing/2014/main" id="{7D240057-D67F-C6F7-588E-23E26F83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6153150"/>
            <a:ext cx="1066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3F3"/>
          </a:solidFill>
          <a:ln xmlns:a="http://schemas.openxmlformats.org/drawingml/2006/main" w="13335">
            <a:solidFill>
              <a:srgbClr val="167D7D"/>
            </a:solidFill>
            <a:prstDash val="solid"/>
          </a:ln>
        </p:spPr>
      </p:sp>
      <p:sp>
        <p:nvSpPr>
          <p:cNvPr id="146" name="outcome-split-title">
            <a:extLst xmlns:a="http://schemas.openxmlformats.org/drawingml/2006/main">
              <a:ext uri="{FF2B5EF4-FFF2-40B4-BE49-F238E27FC236}">
                <a16:creationId xmlns:a16="http://schemas.microsoft.com/office/drawing/2014/main" id="{01DEF7CD-300E-E076-DCA0-842703A6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6229350"/>
            <a:ext cx="914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1557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5755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47" name="outcome-split-subtitle">
            <a:extLst xmlns:a="http://schemas.openxmlformats.org/drawingml/2006/main">
              <a:ext uri="{FF2B5EF4-FFF2-40B4-BE49-F238E27FC236}">
                <a16:creationId xmlns:a16="http://schemas.microsoft.com/office/drawing/2014/main" id="{8EC18039-B207-A534-5B4F-42697D0B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6466523"/>
            <a:ext cx="914400" cy="28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90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285C5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85C59"/>
                </a:solidFill>
                <a:latin typeface="Arial"/>
                <a:ea typeface="Arial"/>
                <a:cs typeface="Arial"/>
              </a:rPr>
              <a:t>across chunks</a:t>
            </a:r>
          </a:p>
        </p:txBody>
      </p:sp>
      <p:sp>
        <p:nvSpPr>
          <p:cNvPr id="148" name="action-inspect-bg">
            <a:extLst xmlns:a="http://schemas.openxmlformats.org/drawingml/2006/main">
              <a:ext uri="{FF2B5EF4-FFF2-40B4-BE49-F238E27FC236}">
                <a16:creationId xmlns:a16="http://schemas.microsoft.com/office/drawing/2014/main" id="{5445DBEE-5A3E-4843-8D25-F3E88032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9723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3335">
            <a:solidFill>
              <a:srgbClr val="D06D13"/>
            </a:solidFill>
            <a:prstDash val="solid"/>
          </a:ln>
        </p:spPr>
      </p:sp>
      <p:sp>
        <p:nvSpPr>
          <p:cNvPr id="149" name="action-inspect-title">
            <a:extLst xmlns:a="http://schemas.openxmlformats.org/drawingml/2006/main">
              <a:ext uri="{FF2B5EF4-FFF2-40B4-BE49-F238E27FC236}">
                <a16:creationId xmlns:a16="http://schemas.microsoft.com/office/drawing/2014/main" id="{2C1A5420-DC5A-68F5-E563-8B544337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70294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7D3C0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D3C05"/>
                </a:solidFill>
                <a:latin typeface="Arial"/>
                <a:ea typeface="Arial"/>
                <a:cs typeface="Arial"/>
              </a:rPr>
              <a:t>Inspect /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7D3C0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D3C05"/>
                </a:solidFill>
                <a:latin typeface="Arial"/>
                <a:ea typeface="Arial"/>
                <a:cs typeface="Arial"/>
              </a:rPr>
              <a:t>switch P</a:t>
            </a:r>
          </a:p>
        </p:txBody>
      </p:sp>
      <p:sp>
        <p:nvSpPr>
          <p:cNvPr id="150" name="action-proceed-bg">
            <a:extLst xmlns:a="http://schemas.openxmlformats.org/drawingml/2006/main">
              <a:ext uri="{FF2B5EF4-FFF2-40B4-BE49-F238E27FC236}">
                <a16:creationId xmlns:a16="http://schemas.microsoft.com/office/drawing/2014/main" id="{8B3C5C5E-9F7D-4D6F-B04D-BD1C8C3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9723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2E8"/>
          </a:solidFill>
          <a:ln xmlns:a="http://schemas.openxmlformats.org/drawingml/2006/main" w="13335">
            <a:solidFill>
              <a:srgbClr val="4F7E45"/>
            </a:solidFill>
            <a:prstDash val="solid"/>
          </a:ln>
        </p:spPr>
      </p:sp>
      <p:sp>
        <p:nvSpPr>
          <p:cNvPr id="151" name="action-proceed-title">
            <a:extLst xmlns:a="http://schemas.openxmlformats.org/drawingml/2006/main">
              <a:ext uri="{FF2B5EF4-FFF2-40B4-BE49-F238E27FC236}">
                <a16:creationId xmlns:a16="http://schemas.microsoft.com/office/drawing/2014/main" id="{FD8E1B83-E128-23F6-0AEA-26352B3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0294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7351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51D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152" name="action-rechunk-bg">
            <a:extLst xmlns:a="http://schemas.openxmlformats.org/drawingml/2006/main">
              <a:ext uri="{FF2B5EF4-FFF2-40B4-BE49-F238E27FC236}">
                <a16:creationId xmlns:a16="http://schemas.microsoft.com/office/drawing/2014/main" id="{200795E6-5002-A074-0223-F39511A0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6972300"/>
            <a:ext cx="106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7F3F3"/>
          </a:solidFill>
          <a:ln xmlns:a="http://schemas.openxmlformats.org/drawingml/2006/main" w="13335">
            <a:solidFill>
              <a:srgbClr val="167D7D"/>
            </a:solidFill>
            <a:prstDash val="solid"/>
          </a:ln>
        </p:spPr>
      </p:sp>
      <p:sp>
        <p:nvSpPr>
          <p:cNvPr id="153" name="action-rechunk-title">
            <a:extLst xmlns:a="http://schemas.openxmlformats.org/drawingml/2006/main">
              <a:ext uri="{FF2B5EF4-FFF2-40B4-BE49-F238E27FC236}">
                <a16:creationId xmlns:a16="http://schemas.microsoft.com/office/drawing/2014/main" id="{D6AE6973-4CD8-206B-017E-A48AB018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70294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5575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5755"/>
                </a:solidFill>
                <a:latin typeface="Arial"/>
                <a:ea typeface="Arial"/>
                <a:cs typeface="Arial"/>
              </a:rPr>
              <a:t>Overlap /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5575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5755"/>
                </a:solidFill>
                <a:latin typeface="Arial"/>
                <a:ea typeface="Arial"/>
                <a:cs typeface="Arial"/>
              </a:rPr>
              <a:t>rechunk</a:t>
            </a:r>
          </a:p>
        </p:txBody>
      </p:sp>
      <p:sp>
        <p:nvSpPr>
          <p:cNvPr id="154" name="optional-training-bg">
            <a:extLst xmlns:a="http://schemas.openxmlformats.org/drawingml/2006/main">
              <a:ext uri="{FF2B5EF4-FFF2-40B4-BE49-F238E27FC236}">
                <a16:creationId xmlns:a16="http://schemas.microsoft.com/office/drawing/2014/main" id="{6D4E1077-52AD-0C7A-CC21-3778EA3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163" y="7737912"/>
            <a:ext cx="1333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7F898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5" name="optional-training-title">
            <a:extLst xmlns:a="http://schemas.openxmlformats.org/drawingml/2006/main">
              <a:ext uri="{FF2B5EF4-FFF2-40B4-BE49-F238E27FC236}">
                <a16:creationId xmlns:a16="http://schemas.microsoft.com/office/drawing/2014/main" id="{D6E7FB34-2411-3AB5-4E82-372D5F97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983" y="7795062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Parser training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(optional)</a:t>
            </a:r>
          </a:p>
        </p:txBody>
      </p:sp>
      <p:sp>
        <p:nvSpPr>
          <p:cNvPr id="156" name="contribution-c4-bg">
            <a:extLst xmlns:a="http://schemas.openxmlformats.org/drawingml/2006/main">
              <a:ext uri="{FF2B5EF4-FFF2-40B4-BE49-F238E27FC236}">
                <a16:creationId xmlns:a16="http://schemas.microsoft.com/office/drawing/2014/main" id="{94D0EB4D-27B5-F0FD-57DD-42F84A2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8353" y="758767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68"/>
          </a:solidFill>
          <a:ln xmlns:a="http://schemas.openxmlformats.org/drawingml/2006/main" w="13335">
            <a:solidFill>
              <a:srgbClr val="A36B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7" name="contribution-c4-text">
            <a:extLst xmlns:a="http://schemas.openxmlformats.org/drawingml/2006/main">
              <a:ext uri="{FF2B5EF4-FFF2-40B4-BE49-F238E27FC236}">
                <a16:creationId xmlns:a16="http://schemas.microsoft.com/office/drawing/2014/main" id="{5D6542B0-3F81-FBA1-6E9F-4E80C3D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403" y="760672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2D20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200B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58" name="deploy-bg">
            <a:extLst xmlns:a="http://schemas.openxmlformats.org/drawingml/2006/main">
              <a:ext uri="{FF2B5EF4-FFF2-40B4-BE49-F238E27FC236}">
                <a16:creationId xmlns:a16="http://schemas.microsoft.com/office/drawing/2014/main" id="{2FE73F49-0343-EA8B-185B-2627AA7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439150"/>
            <a:ext cx="3429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75129"/>
          </a:solidFill>
          <a:ln xmlns:a="http://schemas.openxmlformats.org/drawingml/2006/main" w="13335">
            <a:solidFill>
              <a:srgbClr val="0A3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9" name="deploy-title">
            <a:extLst xmlns:a="http://schemas.openxmlformats.org/drawingml/2006/main">
              <a:ext uri="{FF2B5EF4-FFF2-40B4-BE49-F238E27FC236}">
                <a16:creationId xmlns:a16="http://schemas.microsoft.com/office/drawing/2014/main" id="{08C27546-7458-74A5-55C9-71254D34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84963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final P* + C*</a:t>
            </a:r>
          </a:p>
        </p:txBody>
      </p:sp>
      <p:sp>
        <p:nvSpPr>
          <p:cNvPr id="160" name="pdf-to-parser-anchor-0">
            <a:extLst xmlns:a="http://schemas.openxmlformats.org/drawingml/2006/main">
              <a:ext uri="{FF2B5EF4-FFF2-40B4-BE49-F238E27FC236}">
                <a16:creationId xmlns:a16="http://schemas.microsoft.com/office/drawing/2014/main" id="{CE8407B4-7331-B181-D2E7-5399B1C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62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1" name="pdf-to-parser-anchor-1">
            <a:extLst xmlns:a="http://schemas.openxmlformats.org/drawingml/2006/main">
              <a:ext uri="{FF2B5EF4-FFF2-40B4-BE49-F238E27FC236}">
                <a16:creationId xmlns:a16="http://schemas.microsoft.com/office/drawing/2014/main" id="{E3B3B749-BEBC-2E25-5337-186F0A3E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362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76" name="직선 화살표 연결선 828"/>
          <p:cNvCxnSpPr>
            <a:stCxn xmlns:a="http://schemas.openxmlformats.org/drawingml/2006/main" id="160" idx="3"/>
            <a:endCxn xmlns:a="http://schemas.openxmlformats.org/drawingml/2006/main" id="161" idx="1"/>
          </p:cNvCxnSpPr>
          <p:nvPr/>
        </p:nvCxnSpPr>
        <p:spPr>
          <a:xfrm xmlns:a="http://schemas.openxmlformats.org/drawingml/2006/main">
            <a:off x="2314575" y="13716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77" name="직선 화살표 연결선 829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595813" y="17907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78" name="직선 화살표 연결선 830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595813" y="28194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79" name="직선 화살표 연결선 831"/>
          <p:cNvCxnSpPr>
            <a:stCxn xmlns:a="http://schemas.openxmlformats.org/drawingml/2006/main" id="35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4595813" y="39624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80" name="직선 화살표 연결선 832"/>
          <p:cNvCxnSpPr>
            <a:stCxn xmlns:a="http://schemas.openxmlformats.org/drawingml/2006/main" id="38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4595813" y="46672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81" name="직선 화살표 연결선 833"/>
          <p:cNvCxnSpPr>
            <a:stCxn xmlns:a="http://schemas.openxmlformats.org/drawingml/2006/main" id="40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4595813" y="60102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72" name="index-to-search-anchor-0">
            <a:extLst xmlns:a="http://schemas.openxmlformats.org/drawingml/2006/main">
              <a:ext uri="{FF2B5EF4-FFF2-40B4-BE49-F238E27FC236}">
                <a16:creationId xmlns:a16="http://schemas.microsoft.com/office/drawing/2014/main" id="{DC3E6D15-8667-D367-BC4C-77FDA176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153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3" name="index-to-search-anchor-1">
            <a:extLst xmlns:a="http://schemas.openxmlformats.org/drawingml/2006/main">
              <a:ext uri="{FF2B5EF4-FFF2-40B4-BE49-F238E27FC236}">
                <a16:creationId xmlns:a16="http://schemas.microsoft.com/office/drawing/2014/main" id="{4878AD0D-BB79-5877-2C31-1A448749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7153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4" name="index-to-search-anchor-2">
            <a:extLst xmlns:a="http://schemas.openxmlformats.org/drawingml/2006/main">
              <a:ext uri="{FF2B5EF4-FFF2-40B4-BE49-F238E27FC236}">
                <a16:creationId xmlns:a16="http://schemas.microsoft.com/office/drawing/2014/main" id="{1EF5EB2E-ACCA-6083-2022-0DDF681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095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5" name="index-to-search-anchor-3">
            <a:extLst xmlns:a="http://schemas.openxmlformats.org/drawingml/2006/main">
              <a:ext uri="{FF2B5EF4-FFF2-40B4-BE49-F238E27FC236}">
                <a16:creationId xmlns:a16="http://schemas.microsoft.com/office/drawing/2014/main" id="{04D1584A-FDFB-D28F-D400-F175F61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095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9" name="probe-to-rcps-anchor-0">
            <a:extLst xmlns:a="http://schemas.openxmlformats.org/drawingml/2006/main">
              <a:ext uri="{FF2B5EF4-FFF2-40B4-BE49-F238E27FC236}">
                <a16:creationId xmlns:a16="http://schemas.microsoft.com/office/drawing/2014/main" id="{682890B3-F3B0-F98F-E486-3B1483C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67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0" name="probe-to-rcps-anchor-1">
            <a:extLst xmlns:a="http://schemas.openxmlformats.org/drawingml/2006/main">
              <a:ext uri="{FF2B5EF4-FFF2-40B4-BE49-F238E27FC236}">
                <a16:creationId xmlns:a16="http://schemas.microsoft.com/office/drawing/2014/main" id="{42DBB5DE-D16A-719B-1901-2FFA9A1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6467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1" name="probe-to-rcps-anchor-2">
            <a:extLst xmlns:a="http://schemas.openxmlformats.org/drawingml/2006/main">
              <a:ext uri="{FF2B5EF4-FFF2-40B4-BE49-F238E27FC236}">
                <a16:creationId xmlns:a16="http://schemas.microsoft.com/office/drawing/2014/main" id="{1D262936-7A50-7582-C1AF-BA267F1A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419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2" name="probe-to-rcps-anchor-3">
            <a:extLst xmlns:a="http://schemas.openxmlformats.org/drawingml/2006/main">
              <a:ext uri="{FF2B5EF4-FFF2-40B4-BE49-F238E27FC236}">
                <a16:creationId xmlns:a16="http://schemas.microsoft.com/office/drawing/2014/main" id="{185BEBA9-B932-A4F5-4FE2-41622016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19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90" name="직선 화살표 연결선 852"/>
          <p:cNvCxnSpPr>
            <a:stCxn xmlns:a="http://schemas.openxmlformats.org/drawingml/2006/main" id="62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9763125" y="18669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91" name="직선 화살표 연결선 853"/>
          <p:cNvCxnSpPr>
            <a:stCxn xmlns:a="http://schemas.openxmlformats.org/drawingml/2006/main" id="72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9763125" y="30099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92" name="직선 화살표 연결선 854"/>
          <p:cNvCxnSpPr>
            <a:stCxn xmlns:a="http://schemas.openxmlformats.org/drawingml/2006/main" id="75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763125" y="38100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593" name="직선 화살표 연결선 855"/>
          <p:cNvCxnSpPr>
            <a:stCxn xmlns:a="http://schemas.openxmlformats.org/drawingml/2006/main" id="77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9763125" y="5143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6E97B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0" name="rcps-to-candidate-scores-anchor-0">
            <a:extLst xmlns:a="http://schemas.openxmlformats.org/drawingml/2006/main">
              <a:ext uri="{FF2B5EF4-FFF2-40B4-BE49-F238E27FC236}">
                <a16:creationId xmlns:a16="http://schemas.microsoft.com/office/drawing/2014/main" id="{45797336-4B0B-964C-1C9C-99C691A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4943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1" name="rcps-to-candidate-scores-anchor-1">
            <a:extLst xmlns:a="http://schemas.openxmlformats.org/drawingml/2006/main">
              <a:ext uri="{FF2B5EF4-FFF2-40B4-BE49-F238E27FC236}">
                <a16:creationId xmlns:a16="http://schemas.microsoft.com/office/drawing/2014/main" id="{8103FE40-7376-8857-74D4-1F91AED7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943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2" name="rcps-to-candidate-scores-anchor-2">
            <a:extLst xmlns:a="http://schemas.openxmlformats.org/drawingml/2006/main">
              <a:ext uri="{FF2B5EF4-FFF2-40B4-BE49-F238E27FC236}">
                <a16:creationId xmlns:a16="http://schemas.microsoft.com/office/drawing/2014/main" id="{7C243D03-4F0D-1874-817E-0B2F37A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76676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3" name="rcps-to-candidate-scores-anchor-3">
            <a:extLst xmlns:a="http://schemas.openxmlformats.org/drawingml/2006/main">
              <a:ext uri="{FF2B5EF4-FFF2-40B4-BE49-F238E27FC236}">
                <a16:creationId xmlns:a16="http://schemas.microsoft.com/office/drawing/2014/main" id="{02D753AC-0A5C-D984-5EAF-0525ADC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76676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7" name="scores-to-matrix-anchor-0">
            <a:extLst xmlns:a="http://schemas.openxmlformats.org/drawingml/2006/main">
              <a:ext uri="{FF2B5EF4-FFF2-40B4-BE49-F238E27FC236}">
                <a16:creationId xmlns:a16="http://schemas.microsoft.com/office/drawing/2014/main" id="{F2DFAC0C-6A0A-B951-3609-2E41DD54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7896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8" name="scores-to-matrix-anchor-1">
            <a:extLst xmlns:a="http://schemas.openxmlformats.org/drawingml/2006/main">
              <a:ext uri="{FF2B5EF4-FFF2-40B4-BE49-F238E27FC236}">
                <a16:creationId xmlns:a16="http://schemas.microsoft.com/office/drawing/2014/main" id="{F5632422-A694-6B36-3204-E05B530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7896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9" name="scores-to-matrix-anchor-2">
            <a:extLst xmlns:a="http://schemas.openxmlformats.org/drawingml/2006/main">
              <a:ext uri="{FF2B5EF4-FFF2-40B4-BE49-F238E27FC236}">
                <a16:creationId xmlns:a16="http://schemas.microsoft.com/office/drawing/2014/main" id="{28ACBFDF-0C09-53AC-BF37-62ABF931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943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0" name="scores-to-matrix-anchor-3">
            <a:extLst xmlns:a="http://schemas.openxmlformats.org/drawingml/2006/main">
              <a:ext uri="{FF2B5EF4-FFF2-40B4-BE49-F238E27FC236}">
                <a16:creationId xmlns:a16="http://schemas.microsoft.com/office/drawing/2014/main" id="{E4E14713-D2DC-CEEA-1662-8CE58012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3294" y="2027322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02" name="직선 화살표 연결선 867"/>
          <p:cNvCxnSpPr>
            <a:stCxn xmlns:a="http://schemas.openxmlformats.org/drawingml/2006/main" id="197" idx="3"/>
            <a:endCxn xmlns:a="http://schemas.openxmlformats.org/drawingml/2006/main" id="198" idx="1"/>
          </p:cNvCxnSpPr>
          <p:nvPr/>
        </p:nvCxnSpPr>
        <p:spPr>
          <a:xfrm xmlns:a="http://schemas.openxmlformats.org/drawingml/2006/main">
            <a:off x="11630025" y="79057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0F70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3" name="직선 화살표 연결선 868"/>
          <p:cNvCxnSpPr>
            <a:stCxn xmlns:a="http://schemas.openxmlformats.org/drawingml/2006/main" id="198" idx="0"/>
          </p:cNvCxnSpPr>
          <p:nvPr/>
        </p:nvCxnSpPr>
        <p:spPr>
          <a:xfrm xmlns:a="http://schemas.openxmlformats.org/drawingml/2006/main" flipV="1">
            <a:off x="12077700" y="1981200"/>
            <a:ext cx="0" cy="59150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0F70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4" name="직선 화살표 연결선 869"/>
          <p:cNvCxnSpPr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2082463" y="1971675"/>
            <a:ext cx="30003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05" name="직선 화살표 연결선 870"/>
          <p:cNvCxnSpPr>
            <a:stCxn xmlns:a="http://schemas.openxmlformats.org/drawingml/2006/main" id="95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>
            <a:off x="14097000" y="32766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06" name="연결선: 꺾임 872"/>
          <p:cNvCxnSpPr>
            <a:stCxn xmlns:a="http://schemas.openxmlformats.org/drawingml/2006/main" id="211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 rot="5400000">
            <a:off x="13074372" y="4348281"/>
            <a:ext cx="246222" cy="58221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07" name="직선 화살표 연결선 871"/>
          <p:cNvCxnSpPr>
            <a:stCxn xmlns:a="http://schemas.openxmlformats.org/drawingml/2006/main" id="123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4097000" y="37338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08" name="연결선: 꺾임 874"/>
          <p:cNvCxnSpPr>
            <a:stCxn xmlns:a="http://schemas.openxmlformats.org/drawingml/2006/main" id="128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2906375" y="5143500"/>
            <a:ext cx="1190625" cy="152400"/>
          </a:xfrm>
          <a:prstGeom xmlns:a="http://schemas.openxmlformats.org/drawingml/2006/main" prst="bentConnector4">
            <a:avLst>
              <a:gd name="adj1" fmla="val 0"/>
              <a:gd name="adj2" fmla="val 39583"/>
            </a:avLst>
          </a:prstGeom>
          <a:ln xmlns:a="http://schemas.openxmlformats.org/drawingml/2006/main" w="14288" cap="rnd">
            <a:solidFill>
              <a:srgbClr val="1769B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09" name="직선 화살표 연결선 875"/>
          <p:cNvCxnSpPr>
            <a:stCxn xmlns:a="http://schemas.openxmlformats.org/drawingml/2006/main" id="130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4097000" y="51435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1769B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0" name="연결선: 꺾임 876"/>
          <p:cNvCxnSpPr>
            <a:stCxn xmlns:a="http://schemas.openxmlformats.org/drawingml/2006/main" id="132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 flipH="1">
            <a:off x="14097000" y="5143500"/>
            <a:ext cx="1190625" cy="152400"/>
          </a:xfrm>
          <a:prstGeom xmlns:a="http://schemas.openxmlformats.org/drawingml/2006/main" prst="bentConnector4">
            <a:avLst>
              <a:gd name="adj1" fmla="val 0"/>
              <a:gd name="adj2" fmla="val 39583"/>
            </a:avLst>
          </a:prstGeom>
          <a:ln xmlns:a="http://schemas.openxmlformats.org/drawingml/2006/main" w="14288" cap="rnd">
            <a:solidFill>
              <a:srgbClr val="1769B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1" name="연결선: 꺾임 877"/>
          <p:cNvCxnSpPr>
            <a:stCxn xmlns:a="http://schemas.openxmlformats.org/drawingml/2006/main" id="134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 flipH="1">
            <a:off x="12915900" y="5905500"/>
            <a:ext cx="1181100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 cap="rnd">
            <a:solidFill>
              <a:srgbClr val="1769B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2" name="직선 화살표 연결선 878"/>
          <p:cNvCxnSpPr>
            <a:stCxn xmlns:a="http://schemas.openxmlformats.org/drawingml/2006/main" id="134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4097000" y="5905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1769B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3" name="연결선: 꺾임 879"/>
          <p:cNvCxnSpPr>
            <a:stCxn xmlns:a="http://schemas.openxmlformats.org/drawingml/2006/main" id="13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4097000" y="5905500"/>
            <a:ext cx="1181100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 cap="rnd">
            <a:solidFill>
              <a:srgbClr val="1769B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4" name="직선 화살표 연결선 880"/>
          <p:cNvCxnSpPr>
            <a:stCxn xmlns:a="http://schemas.openxmlformats.org/drawingml/2006/main" id="139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12915900" y="6819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D06D13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5" name="직선 화살표 연결선 881"/>
          <p:cNvCxnSpPr>
            <a:stCxn xmlns:a="http://schemas.openxmlformats.org/drawingml/2006/main" id="142" idx="2"/>
            <a:endCxn xmlns:a="http://schemas.openxmlformats.org/drawingml/2006/main" id="150" idx="0"/>
          </p:cNvCxnSpPr>
          <p:nvPr/>
        </p:nvCxnSpPr>
        <p:spPr>
          <a:xfrm xmlns:a="http://schemas.openxmlformats.org/drawingml/2006/main">
            <a:off x="14097000" y="6819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6" name="직선 화살표 연결선 882"/>
          <p:cNvCxnSpPr>
            <a:stCxn xmlns:a="http://schemas.openxmlformats.org/drawingml/2006/main" id="145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5278100" y="6819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167D7D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17" name="연결선: 꺾임 883"/>
          <p:cNvCxnSpPr>
            <a:stCxn xmlns:a="http://schemas.openxmlformats.org/drawingml/2006/main" id="148" idx="2"/>
            <a:endCxn xmlns:a="http://schemas.openxmlformats.org/drawingml/2006/main" id="154" idx="0"/>
          </p:cNvCxnSpPr>
          <p:nvPr/>
        </p:nvCxnSpPr>
        <p:spPr>
          <a:xfrm xmlns:a="http://schemas.openxmlformats.org/drawingml/2006/main" rot="16200000" flipH="1">
            <a:off x="12810825" y="7629824"/>
            <a:ext cx="213162" cy="3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 cap="rnd">
            <a:solidFill>
              <a:srgbClr val="87949D"/>
            </a:solidFill>
            <a:prstDash val="dash"/>
            <a:round/>
            <a:headEnd type="none" w="med" len="med"/>
            <a:tailEnd type="arrow" w="sm" len="sm"/>
          </a:ln>
        </p:spPr>
      </p:cxnSp>
      <p:sp>
        <p:nvSpPr>
          <p:cNvPr id="219" name="rechunk-to-deploy-join-anchor-0">
            <a:extLst xmlns:a="http://schemas.openxmlformats.org/drawingml/2006/main">
              <a:ext uri="{FF2B5EF4-FFF2-40B4-BE49-F238E27FC236}">
                <a16:creationId xmlns:a16="http://schemas.microsoft.com/office/drawing/2014/main" id="{463A9499-2396-941D-9EC7-A2731185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751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0" name="rechunk-to-deploy-join-anchor-1">
            <a:extLst xmlns:a="http://schemas.openxmlformats.org/drawingml/2006/main">
              <a:ext uri="{FF2B5EF4-FFF2-40B4-BE49-F238E27FC236}">
                <a16:creationId xmlns:a16="http://schemas.microsoft.com/office/drawing/2014/main" id="{71266E2E-2C7B-0E97-371F-F718E2A5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8289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1" name="rechunk-to-deploy-join-anchor-2">
            <a:extLst xmlns:a="http://schemas.openxmlformats.org/drawingml/2006/main">
              <a:ext uri="{FF2B5EF4-FFF2-40B4-BE49-F238E27FC236}">
                <a16:creationId xmlns:a16="http://schemas.microsoft.com/office/drawing/2014/main" id="{EAC92102-C638-6EB5-6943-91B5513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8353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1" name="연결선: 꺾임 161"/>
          <p:cNvCxnSpPr>
            <a:stCxn xmlns:a="http://schemas.openxmlformats.org/drawingml/2006/main" id="21" idx="2"/>
            <a:endCxn xmlns:a="http://schemas.openxmlformats.org/drawingml/2006/main" id="62" idx="1"/>
          </p:cNvCxnSpPr>
          <p:nvPr/>
        </p:nvCxnSpPr>
        <p:spPr>
          <a:xfrm xmlns:a="http://schemas.openxmlformats.org/drawingml/2006/main" rot="5400000" flipH="1" flipV="1">
            <a:off x="1900237" y="1042987"/>
            <a:ext cx="5676900" cy="6334125"/>
          </a:xfrm>
          <a:prstGeom xmlns:a="http://schemas.openxmlformats.org/drawingml/2006/main" prst="bentConnector4">
            <a:avLst>
              <a:gd name="adj1" fmla="val -23314"/>
              <a:gd name="adj2" fmla="val 96050"/>
            </a:avLst>
          </a:prstGeom>
          <a:ln xmlns:a="http://schemas.openxmlformats.org/drawingml/2006/main" w="19050">
            <a:solidFill>
              <a:srgbClr val="1D2B36"/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22" name="연결선: 꺾임 175"/>
          <p:cNvCxnSpPr>
            <a:stCxn xmlns:a="http://schemas.openxmlformats.org/drawingml/2006/main" id="43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 flipV="1">
            <a:off x="5762625" y="1114425"/>
            <a:ext cx="2152650" cy="6048375"/>
          </a:xfrm>
          <a:prstGeom xmlns:a="http://schemas.openxmlformats.org/drawingml/2006/main" prst="bentConnector3">
            <a:avLst>
              <a:gd name="adj1" fmla="val 76549"/>
            </a:avLst>
          </a:prstGeom>
          <a:ln xmlns:a="http://schemas.openxmlformats.org/drawingml/2006/main" w="19050">
            <a:solidFill>
              <a:srgbClr val="1D2B36"/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23" name="직선 화살표 연결선 184"/>
          <p:cNvCxnSpPr>
            <a:stCxn xmlns:a="http://schemas.openxmlformats.org/drawingml/2006/main" id="51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6474620" y="2766559"/>
            <a:ext cx="0" cy="386216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24" name="직선 화살표 연결선 188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6474620" y="3792084"/>
            <a:ext cx="4762" cy="31319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25" name="직선 화살표 연결선 200"/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6474619" y="4772025"/>
            <a:ext cx="4763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26" name="연결선: 꺾임 227"/>
          <p:cNvCxnSpPr/>
          <p:nvPr/>
        </p:nvCxnSpPr>
        <p:spPr>
          <a:xfrm xmlns:a="http://schemas.openxmlformats.org/drawingml/2006/main">
            <a:off x="13488591" y="4636294"/>
            <a:ext cx="608409" cy="119062"/>
          </a:xfrm>
          <a:prstGeom xmlns:a="http://schemas.openxmlformats.org/drawingml/2006/main" prst="bentConnector2">
            <a:avLst/>
          </a:prstGeom>
          <a:ln xmlns:a="http://schemas.openxmlformats.org/drawingml/2006/main" w="15240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27" name="직선 화살표 연결선 241"/>
          <p:cNvCxnSpPr>
            <a:stCxn xmlns:a="http://schemas.openxmlformats.org/drawingml/2006/main" id="152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5278100" y="7524750"/>
            <a:ext cx="20078" cy="915404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167D7D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28" name="직선 화살표 연결선 253"/>
          <p:cNvCxnSpPr>
            <a:stCxn xmlns:a="http://schemas.openxmlformats.org/drawingml/2006/main" id="150" idx="2"/>
            <a:endCxn xmlns:a="http://schemas.openxmlformats.org/drawingml/2006/main" id="769" idx="0"/>
          </p:cNvCxnSpPr>
          <p:nvPr/>
        </p:nvCxnSpPr>
        <p:spPr>
          <a:xfrm xmlns:a="http://schemas.openxmlformats.org/drawingml/2006/main">
            <a:off x="14097000" y="7524750"/>
            <a:ext cx="10234" cy="910645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0F7040"/>
            </a:solidFill>
            <a:prstDash val="solid"/>
            <a:round/>
            <a:headEnd type="none" w="med" len="med"/>
            <a:tailEnd type="arrow" w="sm" len="sm"/>
          </a:ln>
        </p:spPr>
      </p:cxnSp>
      <p:pic>
        <p:nvPicPr>
          <p:cNvPr id="2629" name="그림 1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1b27dee104d01">
            <a:biLevel thresh="7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9015" y="4657725"/>
            <a:ext cx="496644" cy="496644"/>
          </a:xfrm>
          <a:prstGeom xmlns:a="http://schemas.openxmlformats.org/drawingml/2006/main" prst="rect">
            <a:avLst/>
          </a:prstGeom>
        </p:spPr>
      </p:pic>
      <p:pic>
        <p:nvPicPr>
          <p:cNvPr id="2630" name="그림 1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4dca673904531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3130" y="6962775"/>
            <a:ext cx="447370" cy="447370"/>
          </a:xfrm>
          <a:prstGeom xmlns:a="http://schemas.openxmlformats.org/drawingml/2006/main" prst="rect">
            <a:avLst/>
          </a:prstGeom>
        </p:spPr>
      </p:pic>
      <p:cxnSp>
        <p:nvCxnSpPr>
          <p:cNvPr id="2631" name="직선 화살표 연결선 187"/>
          <p:cNvCxnSpPr>
            <a:stCxn xmlns:a="http://schemas.openxmlformats.org/drawingml/2006/main" id="33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762625" y="2466975"/>
            <a:ext cx="230982" cy="4309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1D2B36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632" name="연결선: 꺾임 212"/>
          <p:cNvCxnSpPr>
            <a:stCxn xmlns:a="http://schemas.openxmlformats.org/drawingml/2006/main" id="77" idx="3"/>
            <a:endCxn xmlns:a="http://schemas.openxmlformats.org/drawingml/2006/main" id="92" idx="3"/>
          </p:cNvCxnSpPr>
          <p:nvPr/>
        </p:nvCxnSpPr>
        <p:spPr>
          <a:xfrm xmlns:a="http://schemas.openxmlformats.org/drawingml/2006/main">
            <a:off x="11620500" y="4619625"/>
            <a:ext cx="12700" cy="3057525"/>
          </a:xfrm>
          <a:prstGeom xmlns:a="http://schemas.openxmlformats.org/drawingml/2006/main" prst="bentConnector3">
            <a:avLst>
              <a:gd name="adj1" fmla="val 1800000"/>
            </a:avLst>
          </a:prstGeom>
          <a:ln xmlns:a="http://schemas.openxmlformats.org/drawingml/2006/main" w="19050">
            <a:solidFill>
              <a:srgbClr val="0F7040"/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7" name="matrix-star">
            <a:extLst xmlns:a="http://schemas.openxmlformats.org/drawingml/2006/main">
              <a:ext uri="{FF2B5EF4-FFF2-40B4-BE49-F238E27FC236}">
                <a16:creationId xmlns:a16="http://schemas.microsoft.com/office/drawing/2014/main" id="{62C68582-12FF-3B37-59BF-762A575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7234" y="2219325"/>
            <a:ext cx="239562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 i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D2B3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4" name="rechunk-to-deploy-join-anchor-1">
            <a:extLst xmlns:a="http://schemas.openxmlformats.org/drawingml/2006/main">
              <a:ext uri="{FF2B5EF4-FFF2-40B4-BE49-F238E27FC236}">
                <a16:creationId xmlns:a16="http://schemas.microsoft.com/office/drawing/2014/main" id="{D6C52E05-8262-D716-4C1C-AF838B1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8289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6" name="reevaluate-changes-bg">
            <a:extLst xmlns:a="http://schemas.openxmlformats.org/drawingml/2006/main">
              <a:ext uri="{FF2B5EF4-FFF2-40B4-BE49-F238E27FC236}">
                <a16:creationId xmlns:a16="http://schemas.microsoft.com/office/drawing/2014/main" id="{066D6EA7-5B91-E9FB-31F6-67535E29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6678" y="7742238"/>
            <a:ext cx="1143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3335">
            <a:solidFill>
              <a:srgbClr val="1769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8" name="reevaluate-changes-title">
            <a:extLst xmlns:a="http://schemas.openxmlformats.org/drawingml/2006/main">
              <a:ext uri="{FF2B5EF4-FFF2-40B4-BE49-F238E27FC236}">
                <a16:creationId xmlns:a16="http://schemas.microsoft.com/office/drawing/2014/main" id="{B7E8C414-66F8-6518-CF95-7C4CEF8D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4778" y="77851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88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82B45"/>
                </a:solidFill>
                <a:latin typeface="Arial"/>
                <a:ea typeface="Arial"/>
                <a:cs typeface="Arial"/>
              </a:rPr>
              <a:t>Re-evaluate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88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082B45"/>
                </a:solidFill>
                <a:latin typeface="Arial"/>
                <a:ea typeface="Arial"/>
                <a:cs typeface="Arial"/>
              </a:rPr>
              <a:t>changed P/C</a:t>
            </a:r>
          </a:p>
        </p:txBody>
      </p:sp>
      <p:sp>
        <p:nvSpPr>
          <p:cNvPr id="240" name="retriever-bge-bg">
            <a:extLst xmlns:a="http://schemas.openxmlformats.org/drawingml/2006/main">
              <a:ext uri="{FF2B5EF4-FFF2-40B4-BE49-F238E27FC236}">
                <a16:creationId xmlns:a16="http://schemas.microsoft.com/office/drawing/2014/main" id="{CE66DC47-6F64-1E1A-1DD2-5D81F63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23975"/>
            <a:ext cx="8382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F4A"/>
          </a:solidFill>
          <a:ln xmlns:a="http://schemas.openxmlformats.org/drawingml/2006/main" w="10478">
            <a:solidFill>
              <a:srgbClr val="6FA9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3" name="retriever-bge-text">
            <a:extLst xmlns:a="http://schemas.openxmlformats.org/drawingml/2006/main">
              <a:ext uri="{FF2B5EF4-FFF2-40B4-BE49-F238E27FC236}">
                <a16:creationId xmlns:a16="http://schemas.microsoft.com/office/drawing/2014/main" id="{FC5F4AEE-DF95-41F4-5FE0-6595ED1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34302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BGE-M3</a:t>
            </a:r>
          </a:p>
        </p:txBody>
      </p:sp>
      <p:sp>
        <p:nvSpPr>
          <p:cNvPr id="245" name="retriever-me5-bg">
            <a:extLst xmlns:a="http://schemas.openxmlformats.org/drawingml/2006/main">
              <a:ext uri="{FF2B5EF4-FFF2-40B4-BE49-F238E27FC236}">
                <a16:creationId xmlns:a16="http://schemas.microsoft.com/office/drawing/2014/main" id="{FF7BA560-B418-A9F4-BEDB-FE39680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23975"/>
            <a:ext cx="9525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F4A"/>
          </a:solidFill>
          <a:ln xmlns:a="http://schemas.openxmlformats.org/drawingml/2006/main" w="10478">
            <a:solidFill>
              <a:srgbClr val="6FA9D3"/>
            </a:solidFill>
            <a:prstDash val="solid"/>
          </a:ln>
        </p:spPr>
      </p:sp>
      <p:sp>
        <p:nvSpPr>
          <p:cNvPr id="247" name="retriever-me5-text">
            <a:extLst xmlns:a="http://schemas.openxmlformats.org/drawingml/2006/main">
              <a:ext uri="{FF2B5EF4-FFF2-40B4-BE49-F238E27FC236}">
                <a16:creationId xmlns:a16="http://schemas.microsoft.com/office/drawing/2014/main" id="{F195BCE9-5D3D-15E8-C067-9274D9C9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43025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mE5-large</a:t>
            </a:r>
          </a:p>
        </p:txBody>
      </p:sp>
      <p:sp>
        <p:nvSpPr>
          <p:cNvPr id="250" name="retriever-qwen-bg">
            <a:extLst xmlns:a="http://schemas.openxmlformats.org/drawingml/2006/main">
              <a:ext uri="{FF2B5EF4-FFF2-40B4-BE49-F238E27FC236}">
                <a16:creationId xmlns:a16="http://schemas.microsoft.com/office/drawing/2014/main" id="{C637F218-46A6-12D4-62B6-FC8BD21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23975"/>
            <a:ext cx="11239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F4A"/>
          </a:solidFill>
          <a:ln xmlns:a="http://schemas.openxmlformats.org/drawingml/2006/main" w="10478">
            <a:solidFill>
              <a:srgbClr val="6FA9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2" name="retriever-qwen-text">
            <a:extLst xmlns:a="http://schemas.openxmlformats.org/drawingml/2006/main">
              <a:ext uri="{FF2B5EF4-FFF2-40B4-BE49-F238E27FC236}">
                <a16:creationId xmlns:a16="http://schemas.microsoft.com/office/drawing/2014/main" id="{DFCBCD64-B429-1998-D50B-D0F096D9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3430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Qwen3-Emb-8B</a:t>
            </a:r>
          </a:p>
        </p:txBody>
      </p:sp>
      <p:cxnSp>
        <p:nvCxnSpPr>
          <p:cNvPr id="2643" name="직선 화살표 연결선 769"/>
          <p:cNvCxnSpPr>
            <a:stCxn xmlns:a="http://schemas.openxmlformats.org/drawingml/2006/main" id="154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13585663" y="7995087"/>
            <a:ext cx="1141015" cy="4326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87949D"/>
            </a:solidFill>
            <a:prstDash val="sysDash"/>
            <a:round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3360306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2026-08-24T11:52:18.8240000Z</dcterms:created>
  <dcterms:modified xsi:type="dcterms:W3CDTF">2026-08-24T11:52:18.8240000Z</dcterms:modified>
</coreProperties>
</file>