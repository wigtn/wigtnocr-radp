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8" r:id="rId2"/>
  </p:sldIdLst>
  <p:sldSz cx="16154400" cy="9001125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949D"/>
    <a:srgbClr val="F7F7F6"/>
    <a:srgbClr val="0F7040"/>
    <a:srgbClr val="1B5A95"/>
    <a:srgbClr val="1D2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02B8-65F7-7A68-6E10-A363A6C5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421D2D-EE80-6A5E-E79C-553FBB110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F7DC9B-F73E-3ABC-29FF-E13520CA4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E070E-BBD9-F643-60E0-C8B47CD6B5C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072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D8B48E-DDC9-5A21-FE18-80E6FF0F7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A5C70BAF-7392-7311-3360-98B51BBDB20C}"/>
              </a:ext>
            </a:extLst>
          </p:cNvPr>
          <p:cNvSpPr/>
          <p:nvPr/>
        </p:nvSpPr>
        <p:spPr>
          <a:xfrm>
            <a:off x="0" y="7620"/>
            <a:ext cx="16154400" cy="9001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8" name="contribution-c2-bg">
            <a:extLst>
              <a:ext uri="{FF2B5EF4-FFF2-40B4-BE49-F238E27FC236}">
                <a16:creationId xmlns:a16="http://schemas.microsoft.com/office/drawing/2014/main" id="{CA0DBC69-5013-457B-A261-C80C2DA6D7AB}"/>
              </a:ext>
            </a:extLst>
          </p:cNvPr>
          <p:cNvSpPr>
            <a:spLocks noGrp="1"/>
          </p:cNvSpPr>
          <p:nvPr/>
        </p:nvSpPr>
        <p:spPr>
          <a:xfrm>
            <a:off x="15178397" y="8440154"/>
            <a:ext cx="239562" cy="171450"/>
          </a:xfrm>
          <a:prstGeom prst="roundRect">
            <a:avLst>
              <a:gd name="adj" fmla="val 22222"/>
            </a:avLst>
          </a:prstGeom>
          <a:solidFill>
            <a:srgbClr val="F4C968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9" name="contribution-c2-bg">
            <a:extLst>
              <a:ext uri="{FF2B5EF4-FFF2-40B4-BE49-F238E27FC236}">
                <a16:creationId xmlns:a16="http://schemas.microsoft.com/office/drawing/2014/main" id="{FAB275EE-8C1E-5637-E259-17F11F665736}"/>
              </a:ext>
            </a:extLst>
          </p:cNvPr>
          <p:cNvSpPr>
            <a:spLocks noGrp="1"/>
          </p:cNvSpPr>
          <p:nvPr/>
        </p:nvSpPr>
        <p:spPr>
          <a:xfrm>
            <a:off x="13987453" y="8435395"/>
            <a:ext cx="239562" cy="171450"/>
          </a:xfrm>
          <a:prstGeom prst="roundRect">
            <a:avLst>
              <a:gd name="adj" fmla="val 22222"/>
            </a:avLst>
          </a:prstGeom>
          <a:solidFill>
            <a:srgbClr val="F4C968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63106158-ABAE-5459-8E36-5166A883559E}"/>
              </a:ext>
            </a:extLst>
          </p:cNvPr>
          <p:cNvSpPr/>
          <p:nvPr/>
        </p:nvSpPr>
        <p:spPr>
          <a:xfrm>
            <a:off x="13435013" y="4437221"/>
            <a:ext cx="107156" cy="79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candidates-panel">
            <a:extLst>
              <a:ext uri="{FF2B5EF4-FFF2-40B4-BE49-F238E27FC236}">
                <a16:creationId xmlns:a16="http://schemas.microsoft.com/office/drawing/2014/main" id="{665185AB-0D1B-E82D-A47A-87A363598A8B}"/>
              </a:ext>
            </a:extLst>
          </p:cNvPr>
          <p:cNvSpPr>
            <a:spLocks noGrp="1"/>
          </p:cNvSpPr>
          <p:nvPr/>
        </p:nvSpPr>
        <p:spPr>
          <a:xfrm>
            <a:off x="3267075" y="114300"/>
            <a:ext cx="3829050" cy="8772525"/>
          </a:xfrm>
          <a:prstGeom prst="roundRect">
            <a:avLst>
              <a:gd name="adj" fmla="val 5528"/>
            </a:avLst>
          </a:prstGeom>
          <a:solidFill>
            <a:srgbClr val="F7F7F6"/>
          </a:solidFill>
          <a:ln w="14288">
            <a:solidFill>
              <a:srgbClr val="C6C9C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ko-KR" altLang="en-US"/>
          </a:p>
        </p:txBody>
      </p:sp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4F7E93E5-01FA-104B-BA2E-A204AC0522F3}"/>
              </a:ext>
            </a:extLst>
          </p:cNvPr>
          <p:cNvSpPr/>
          <p:nvPr/>
        </p:nvSpPr>
        <p:spPr>
          <a:xfrm>
            <a:off x="7915275" y="1019175"/>
            <a:ext cx="209550" cy="19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evaluation-panel">
            <a:extLst>
              <a:ext uri="{FF2B5EF4-FFF2-40B4-BE49-F238E27FC236}">
                <a16:creationId xmlns:a16="http://schemas.microsoft.com/office/drawing/2014/main" id="{8735028C-9506-A98A-D63C-63F3B855ABB2}"/>
              </a:ext>
            </a:extLst>
          </p:cNvPr>
          <p:cNvSpPr>
            <a:spLocks noGrp="1"/>
          </p:cNvSpPr>
          <p:nvPr/>
        </p:nvSpPr>
        <p:spPr>
          <a:xfrm>
            <a:off x="114300" y="114300"/>
            <a:ext cx="2952750" cy="8772525"/>
          </a:xfrm>
          <a:prstGeom prst="roundRect">
            <a:avLst>
              <a:gd name="adj" fmla="val 7097"/>
            </a:avLst>
          </a:prstGeom>
          <a:solidFill>
            <a:srgbClr val="F7F7F6"/>
          </a:solidFill>
          <a:ln w="14288">
            <a:solidFill>
              <a:srgbClr val="C6C9C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ko-KR" altLang="en-US" dirty="0"/>
          </a:p>
        </p:txBody>
      </p:sp>
      <p:sp>
        <p:nvSpPr>
          <p:cNvPr id="2" name="evaluation-title">
            <a:extLst>
              <a:ext uri="{FF2B5EF4-FFF2-40B4-BE49-F238E27FC236}">
                <a16:creationId xmlns:a16="http://schemas.microsoft.com/office/drawing/2014/main" id="{192792CF-4045-8494-65B3-2EEE2EA5C95C}"/>
              </a:ext>
            </a:extLst>
          </p:cNvPr>
          <p:cNvSpPr>
            <a:spLocks noGrp="1"/>
          </p:cNvSpPr>
          <p:nvPr/>
        </p:nvSpPr>
        <p:spPr>
          <a:xfrm>
            <a:off x="228600" y="190500"/>
            <a:ext cx="2724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Evaluation frame</a:t>
            </a:r>
          </a:p>
        </p:txBody>
      </p:sp>
      <p:sp>
        <p:nvSpPr>
          <p:cNvPr id="4" name="candidates-title">
            <a:extLst>
              <a:ext uri="{FF2B5EF4-FFF2-40B4-BE49-F238E27FC236}">
                <a16:creationId xmlns:a16="http://schemas.microsoft.com/office/drawing/2014/main" id="{8D3C554C-573E-B826-14B3-3F5A386B9C11}"/>
              </a:ext>
            </a:extLst>
          </p:cNvPr>
          <p:cNvSpPr>
            <a:spLocks noGrp="1"/>
          </p:cNvSpPr>
          <p:nvPr/>
        </p:nvSpPr>
        <p:spPr>
          <a:xfrm>
            <a:off x="3352800" y="190500"/>
            <a:ext cx="3562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pipelines</a:t>
            </a:r>
          </a:p>
        </p:txBody>
      </p:sp>
      <p:sp>
        <p:nvSpPr>
          <p:cNvPr id="5" name="rcps-panel">
            <a:extLst>
              <a:ext uri="{FF2B5EF4-FFF2-40B4-BE49-F238E27FC236}">
                <a16:creationId xmlns:a16="http://schemas.microsoft.com/office/drawing/2014/main" id="{36DC0ABD-9D3E-A1FF-2654-9EAA2F3603E2}"/>
              </a:ext>
            </a:extLst>
          </p:cNvPr>
          <p:cNvSpPr>
            <a:spLocks noGrp="1"/>
          </p:cNvSpPr>
          <p:nvPr/>
        </p:nvSpPr>
        <p:spPr>
          <a:xfrm>
            <a:off x="7219950" y="114300"/>
            <a:ext cx="4762500" cy="8772525"/>
          </a:xfrm>
          <a:prstGeom prst="roundRect">
            <a:avLst>
              <a:gd name="adj" fmla="val 4400"/>
            </a:avLst>
          </a:prstGeom>
          <a:solidFill>
            <a:srgbClr val="F1F7FC"/>
          </a:solidFill>
          <a:ln w="19050">
            <a:solidFill>
              <a:srgbClr val="1763A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ko-KR" altLang="en-US"/>
          </a:p>
        </p:txBody>
      </p:sp>
      <p:sp>
        <p:nvSpPr>
          <p:cNvPr id="6" name="rcps-title">
            <a:extLst>
              <a:ext uri="{FF2B5EF4-FFF2-40B4-BE49-F238E27FC236}">
                <a16:creationId xmlns:a16="http://schemas.microsoft.com/office/drawing/2014/main" id="{003C61AC-42B5-9D17-4B1C-F5B4F3DB6D54}"/>
              </a:ext>
            </a:extLst>
          </p:cNvPr>
          <p:cNvSpPr>
            <a:spLocks noGrp="1"/>
          </p:cNvSpPr>
          <p:nvPr/>
        </p:nvSpPr>
        <p:spPr>
          <a:xfrm>
            <a:off x="7334250" y="190500"/>
            <a:ext cx="4533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evaluation</a:t>
            </a:r>
          </a:p>
        </p:txBody>
      </p:sp>
      <p:sp>
        <p:nvSpPr>
          <p:cNvPr id="7" name="decision-panel">
            <a:extLst>
              <a:ext uri="{FF2B5EF4-FFF2-40B4-BE49-F238E27FC236}">
                <a16:creationId xmlns:a16="http://schemas.microsoft.com/office/drawing/2014/main" id="{991944D5-D188-38CC-B98D-CDC7FD2FA0D7}"/>
              </a:ext>
            </a:extLst>
          </p:cNvPr>
          <p:cNvSpPr>
            <a:spLocks noGrp="1"/>
          </p:cNvSpPr>
          <p:nvPr/>
        </p:nvSpPr>
        <p:spPr>
          <a:xfrm>
            <a:off x="12170569" y="114300"/>
            <a:ext cx="3867150" cy="8772525"/>
          </a:xfrm>
          <a:prstGeom prst="roundRect">
            <a:avLst>
              <a:gd name="adj" fmla="val 5419"/>
            </a:avLst>
          </a:prstGeom>
          <a:solidFill>
            <a:srgbClr val="F7F7F6"/>
          </a:solidFill>
          <a:ln w="14288">
            <a:solidFill>
              <a:srgbClr val="C6C9C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ko-KR" altLang="en-US" dirty="0"/>
          </a:p>
        </p:txBody>
      </p:sp>
      <p:sp>
        <p:nvSpPr>
          <p:cNvPr id="8" name="decision-title">
            <a:extLst>
              <a:ext uri="{FF2B5EF4-FFF2-40B4-BE49-F238E27FC236}">
                <a16:creationId xmlns:a16="http://schemas.microsoft.com/office/drawing/2014/main" id="{BC0482C7-4594-F136-CAAD-2C365D6412C4}"/>
              </a:ext>
            </a:extLst>
          </p:cNvPr>
          <p:cNvSpPr>
            <a:spLocks noGrp="1"/>
          </p:cNvSpPr>
          <p:nvPr/>
        </p:nvSpPr>
        <p:spPr>
          <a:xfrm>
            <a:off x="12287250" y="190500"/>
            <a:ext cx="3638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Select, diagnose + act</a:t>
            </a:r>
          </a:p>
        </p:txBody>
      </p:sp>
      <p:sp>
        <p:nvSpPr>
          <p:cNvPr id="9" name="pdf-page-back">
            <a:extLst>
              <a:ext uri="{FF2B5EF4-FFF2-40B4-BE49-F238E27FC236}">
                <a16:creationId xmlns:a16="http://schemas.microsoft.com/office/drawing/2014/main" id="{DA63A5FF-2BF1-D88A-8D8C-EB508B8D546A}"/>
              </a:ext>
            </a:extLst>
          </p:cNvPr>
          <p:cNvSpPr>
            <a:spLocks noGrp="1"/>
          </p:cNvSpPr>
          <p:nvPr/>
        </p:nvSpPr>
        <p:spPr>
          <a:xfrm>
            <a:off x="1085850" y="895350"/>
            <a:ext cx="1219200" cy="16383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1430">
            <a:solidFill>
              <a:srgbClr val="53585C"/>
            </a:solidFill>
            <a:prstDash val="solid"/>
          </a:ln>
        </p:spPr>
      </p:sp>
      <p:sp>
        <p:nvSpPr>
          <p:cNvPr id="10" name="pdf-page-middle">
            <a:extLst>
              <a:ext uri="{FF2B5EF4-FFF2-40B4-BE49-F238E27FC236}">
                <a16:creationId xmlns:a16="http://schemas.microsoft.com/office/drawing/2014/main" id="{77B8BBB8-EB44-BBFF-74DD-7516AB2FBDAF}"/>
              </a:ext>
            </a:extLst>
          </p:cNvPr>
          <p:cNvSpPr>
            <a:spLocks noGrp="1"/>
          </p:cNvSpPr>
          <p:nvPr/>
        </p:nvSpPr>
        <p:spPr>
          <a:xfrm>
            <a:off x="952500" y="981075"/>
            <a:ext cx="1219200" cy="16383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1430">
            <a:solidFill>
              <a:srgbClr val="53585C"/>
            </a:solidFill>
            <a:prstDash val="solid"/>
          </a:ln>
        </p:spPr>
      </p:sp>
      <p:sp>
        <p:nvSpPr>
          <p:cNvPr id="11" name="pdf-page-front">
            <a:extLst>
              <a:ext uri="{FF2B5EF4-FFF2-40B4-BE49-F238E27FC236}">
                <a16:creationId xmlns:a16="http://schemas.microsoft.com/office/drawing/2014/main" id="{E70297FD-CE7C-A7F5-A6E6-F44CA71DED94}"/>
              </a:ext>
            </a:extLst>
          </p:cNvPr>
          <p:cNvSpPr>
            <a:spLocks noGrp="1"/>
          </p:cNvSpPr>
          <p:nvPr/>
        </p:nvSpPr>
        <p:spPr>
          <a:xfrm>
            <a:off x="819150" y="1066800"/>
            <a:ext cx="1219200" cy="16383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1430">
            <a:solidFill>
              <a:srgbClr val="5358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pdf-line-0">
            <a:extLst>
              <a:ext uri="{FF2B5EF4-FFF2-40B4-BE49-F238E27FC236}">
                <a16:creationId xmlns:a16="http://schemas.microsoft.com/office/drawing/2014/main" id="{96547967-1C7E-81A1-EB1B-E1CFF36C44AD}"/>
              </a:ext>
            </a:extLst>
          </p:cNvPr>
          <p:cNvSpPr>
            <a:spLocks noGrp="1"/>
          </p:cNvSpPr>
          <p:nvPr/>
        </p:nvSpPr>
        <p:spPr>
          <a:xfrm>
            <a:off x="1057275" y="1619250"/>
            <a:ext cx="723900" cy="19050"/>
          </a:xfrm>
          <a:prstGeom prst="rect">
            <a:avLst/>
          </a:prstGeom>
          <a:solidFill>
            <a:srgbClr val="AAB1B6"/>
          </a:solidFill>
          <a:ln w="0">
            <a:noFill/>
            <a:prstDash val="solid"/>
          </a:ln>
        </p:spPr>
      </p:sp>
      <p:sp>
        <p:nvSpPr>
          <p:cNvPr id="13" name="pdf-line-1">
            <a:extLst>
              <a:ext uri="{FF2B5EF4-FFF2-40B4-BE49-F238E27FC236}">
                <a16:creationId xmlns:a16="http://schemas.microsoft.com/office/drawing/2014/main" id="{6B02C25E-4615-3F34-F278-FD8A9DA4A3F4}"/>
              </a:ext>
            </a:extLst>
          </p:cNvPr>
          <p:cNvSpPr>
            <a:spLocks noGrp="1"/>
          </p:cNvSpPr>
          <p:nvPr/>
        </p:nvSpPr>
        <p:spPr>
          <a:xfrm>
            <a:off x="1057275" y="1771650"/>
            <a:ext cx="723900" cy="19050"/>
          </a:xfrm>
          <a:prstGeom prst="rect">
            <a:avLst/>
          </a:prstGeom>
          <a:solidFill>
            <a:srgbClr val="AAB1B6"/>
          </a:solidFill>
          <a:ln w="0">
            <a:noFill/>
            <a:prstDash val="solid"/>
          </a:ln>
        </p:spPr>
      </p:sp>
      <p:sp>
        <p:nvSpPr>
          <p:cNvPr id="14" name="pdf-line-2">
            <a:extLst>
              <a:ext uri="{FF2B5EF4-FFF2-40B4-BE49-F238E27FC236}">
                <a16:creationId xmlns:a16="http://schemas.microsoft.com/office/drawing/2014/main" id="{FB67CBF9-8262-C4DF-0E43-C123A9311144}"/>
              </a:ext>
            </a:extLst>
          </p:cNvPr>
          <p:cNvSpPr>
            <a:spLocks noGrp="1"/>
          </p:cNvSpPr>
          <p:nvPr/>
        </p:nvSpPr>
        <p:spPr>
          <a:xfrm>
            <a:off x="1057275" y="1924050"/>
            <a:ext cx="723900" cy="19050"/>
          </a:xfrm>
          <a:prstGeom prst="rect">
            <a:avLst/>
          </a:prstGeom>
          <a:solidFill>
            <a:srgbClr val="AAB1B6"/>
          </a:solidFill>
          <a:ln w="0">
            <a:noFill/>
            <a:prstDash val="solid"/>
          </a:ln>
        </p:spPr>
      </p:sp>
      <p:sp>
        <p:nvSpPr>
          <p:cNvPr id="15" name="pdf-line-3">
            <a:extLst>
              <a:ext uri="{FF2B5EF4-FFF2-40B4-BE49-F238E27FC236}">
                <a16:creationId xmlns:a16="http://schemas.microsoft.com/office/drawing/2014/main" id="{EAC7D84F-4F8D-8753-46C1-C6F5C8512E23}"/>
              </a:ext>
            </a:extLst>
          </p:cNvPr>
          <p:cNvSpPr>
            <a:spLocks noGrp="1"/>
          </p:cNvSpPr>
          <p:nvPr/>
        </p:nvSpPr>
        <p:spPr>
          <a:xfrm>
            <a:off x="1057275" y="2076450"/>
            <a:ext cx="723900" cy="19050"/>
          </a:xfrm>
          <a:prstGeom prst="rect">
            <a:avLst/>
          </a:prstGeom>
          <a:solidFill>
            <a:srgbClr val="AAB1B6"/>
          </a:solidFill>
          <a:ln w="0">
            <a:noFill/>
            <a:prstDash val="solid"/>
          </a:ln>
        </p:spPr>
      </p:sp>
      <p:sp>
        <p:nvSpPr>
          <p:cNvPr id="16" name="pdf-line-4">
            <a:extLst>
              <a:ext uri="{FF2B5EF4-FFF2-40B4-BE49-F238E27FC236}">
                <a16:creationId xmlns:a16="http://schemas.microsoft.com/office/drawing/2014/main" id="{E11FFBB0-20C0-5887-B00A-1C731368BBF5}"/>
              </a:ext>
            </a:extLst>
          </p:cNvPr>
          <p:cNvSpPr>
            <a:spLocks noGrp="1"/>
          </p:cNvSpPr>
          <p:nvPr/>
        </p:nvSpPr>
        <p:spPr>
          <a:xfrm>
            <a:off x="1057275" y="2228850"/>
            <a:ext cx="723900" cy="19050"/>
          </a:xfrm>
          <a:prstGeom prst="rect">
            <a:avLst/>
          </a:prstGeom>
          <a:solidFill>
            <a:srgbClr val="AAB1B6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pdf-label-bg">
            <a:extLst>
              <a:ext uri="{FF2B5EF4-FFF2-40B4-BE49-F238E27FC236}">
                <a16:creationId xmlns:a16="http://schemas.microsoft.com/office/drawing/2014/main" id="{3EEA93C1-401D-A2C8-368E-57A4CB8F0FBE}"/>
              </a:ext>
            </a:extLst>
          </p:cNvPr>
          <p:cNvSpPr>
            <a:spLocks noGrp="1"/>
          </p:cNvSpPr>
          <p:nvPr/>
        </p:nvSpPr>
        <p:spPr>
          <a:xfrm>
            <a:off x="514350" y="1638300"/>
            <a:ext cx="685800" cy="419100"/>
          </a:xfrm>
          <a:prstGeom prst="roundRect">
            <a:avLst>
              <a:gd name="adj" fmla="val 13636"/>
            </a:avLst>
          </a:prstGeom>
          <a:solidFill>
            <a:srgbClr val="C71920"/>
          </a:solidFill>
          <a:ln w="9525">
            <a:solidFill>
              <a:srgbClr val="8C0D12"/>
            </a:solidFill>
            <a:prstDash val="solid"/>
          </a:ln>
        </p:spPr>
      </p:sp>
      <p:sp>
        <p:nvSpPr>
          <p:cNvPr id="18" name="pdf-label">
            <a:extLst>
              <a:ext uri="{FF2B5EF4-FFF2-40B4-BE49-F238E27FC236}">
                <a16:creationId xmlns:a16="http://schemas.microsoft.com/office/drawing/2014/main" id="{C739E24C-40CC-5B61-5612-AA663F6F9C02}"/>
              </a:ext>
            </a:extLst>
          </p:cNvPr>
          <p:cNvSpPr>
            <a:spLocks noGrp="1"/>
          </p:cNvSpPr>
          <p:nvPr/>
        </p:nvSpPr>
        <p:spPr>
          <a:xfrm>
            <a:off x="552450" y="1676400"/>
            <a:ext cx="609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PDF</a:t>
            </a:r>
          </a:p>
        </p:txBody>
      </p:sp>
      <p:sp>
        <p:nvSpPr>
          <p:cNvPr id="19" name="page-count">
            <a:extLst>
              <a:ext uri="{FF2B5EF4-FFF2-40B4-BE49-F238E27FC236}">
                <a16:creationId xmlns:a16="http://schemas.microsoft.com/office/drawing/2014/main" id="{F80FE250-EB23-527A-34DF-8058EAB77C11}"/>
              </a:ext>
            </a:extLst>
          </p:cNvPr>
          <p:cNvSpPr>
            <a:spLocks noGrp="1"/>
          </p:cNvSpPr>
          <p:nvPr/>
        </p:nvSpPr>
        <p:spPr>
          <a:xfrm>
            <a:off x="438150" y="3000375"/>
            <a:ext cx="2305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325" b="1" i="0">
                <a:solidFill>
                  <a:srgbClr val="145A91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5A91"/>
                </a:solidFill>
                <a:latin typeface="Arial"/>
                <a:ea typeface="Arial"/>
                <a:cs typeface="Arial"/>
              </a:rPr>
              <a:t>294 pages</a:t>
            </a:r>
          </a:p>
        </p:txBody>
      </p:sp>
      <p:sp>
        <p:nvSpPr>
          <p:cNvPr id="20" name="page-composition">
            <a:extLst>
              <a:ext uri="{FF2B5EF4-FFF2-40B4-BE49-F238E27FC236}">
                <a16:creationId xmlns:a16="http://schemas.microsoft.com/office/drawing/2014/main" id="{E3AA78AA-497B-7EAD-4790-2E7C297E5094}"/>
              </a:ext>
            </a:extLst>
          </p:cNvPr>
          <p:cNvSpPr>
            <a:spLocks noGrp="1"/>
          </p:cNvSpPr>
          <p:nvPr/>
        </p:nvSpPr>
        <p:spPr>
          <a:xfrm>
            <a:off x="238125" y="333375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0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229 government + 65 arXiv</a:t>
            </a:r>
          </a:p>
        </p:txBody>
      </p:sp>
      <p:sp>
        <p:nvSpPr>
          <p:cNvPr id="21" name="held-out-probe-bg">
            <a:extLst>
              <a:ext uri="{FF2B5EF4-FFF2-40B4-BE49-F238E27FC236}">
                <a16:creationId xmlns:a16="http://schemas.microsoft.com/office/drawing/2014/main" id="{ECCD838A-F706-2913-1923-0913AF37096D}"/>
              </a:ext>
            </a:extLst>
          </p:cNvPr>
          <p:cNvSpPr>
            <a:spLocks noGrp="1"/>
          </p:cNvSpPr>
          <p:nvPr/>
        </p:nvSpPr>
        <p:spPr>
          <a:xfrm>
            <a:off x="285750" y="4476750"/>
            <a:ext cx="2571750" cy="2571750"/>
          </a:xfrm>
          <a:prstGeom prst="roundRect">
            <a:avLst>
              <a:gd name="adj" fmla="val 5926"/>
            </a:avLst>
          </a:prstGeom>
          <a:solidFill>
            <a:srgbClr val="082B45"/>
          </a:solidFill>
          <a:ln w="14288">
            <a:solidFill>
              <a:srgbClr val="061D2D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query-icon-circle">
            <a:extLst>
              <a:ext uri="{FF2B5EF4-FFF2-40B4-BE49-F238E27FC236}">
                <a16:creationId xmlns:a16="http://schemas.microsoft.com/office/drawing/2014/main" id="{40BE54ED-AEA3-CABC-FA1C-404F913B2B86}"/>
              </a:ext>
            </a:extLst>
          </p:cNvPr>
          <p:cNvSpPr>
            <a:spLocks noGrp="1"/>
          </p:cNvSpPr>
          <p:nvPr/>
        </p:nvSpPr>
        <p:spPr>
          <a:xfrm>
            <a:off x="1181100" y="4511841"/>
            <a:ext cx="752475" cy="752475"/>
          </a:xfrm>
          <a:prstGeom prst="ellipse">
            <a:avLst/>
          </a:prstGeom>
          <a:solidFill>
            <a:srgbClr val="1769B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query-icon-q">
            <a:extLst>
              <a:ext uri="{FF2B5EF4-FFF2-40B4-BE49-F238E27FC236}">
                <a16:creationId xmlns:a16="http://schemas.microsoft.com/office/drawing/2014/main" id="{1311ABDA-0DAC-C05F-9885-14BDA5B6DC0A}"/>
              </a:ext>
            </a:extLst>
          </p:cNvPr>
          <p:cNvSpPr>
            <a:spLocks noGrp="1"/>
          </p:cNvSpPr>
          <p:nvPr/>
        </p:nvSpPr>
        <p:spPr>
          <a:xfrm>
            <a:off x="1381125" y="4743450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2100" b="1" i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probe-title">
            <a:extLst>
              <a:ext uri="{FF2B5EF4-FFF2-40B4-BE49-F238E27FC236}">
                <a16:creationId xmlns:a16="http://schemas.microsoft.com/office/drawing/2014/main" id="{9A6246A1-A6F3-DEB7-2204-022F0E9D8E1D}"/>
              </a:ext>
            </a:extLst>
          </p:cNvPr>
          <p:cNvSpPr>
            <a:spLocks noGrp="1"/>
          </p:cNvSpPr>
          <p:nvPr/>
        </p:nvSpPr>
        <p:spPr>
          <a:xfrm>
            <a:off x="457200" y="5286375"/>
            <a:ext cx="2228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Held-out Q-A probe</a:t>
            </a:r>
          </a:p>
        </p:txBody>
      </p:sp>
      <p:sp>
        <p:nvSpPr>
          <p:cNvPr id="25" name="probe-count">
            <a:extLst>
              <a:ext uri="{FF2B5EF4-FFF2-40B4-BE49-F238E27FC236}">
                <a16:creationId xmlns:a16="http://schemas.microsoft.com/office/drawing/2014/main" id="{EC76187B-6805-3D4E-50F2-19D1598E1967}"/>
              </a:ext>
            </a:extLst>
          </p:cNvPr>
          <p:cNvSpPr>
            <a:spLocks noGrp="1"/>
          </p:cNvSpPr>
          <p:nvPr/>
        </p:nvSpPr>
        <p:spPr>
          <a:xfrm>
            <a:off x="552450" y="5715000"/>
            <a:ext cx="20383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400" b="1" i="0">
                <a:solidFill>
                  <a:srgbClr val="42A6E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42A6E8"/>
                </a:solidFill>
                <a:latin typeface="Arial"/>
                <a:ea typeface="Arial"/>
                <a:cs typeface="Arial"/>
              </a:rPr>
              <a:t>663 Q-A</a:t>
            </a:r>
          </a:p>
        </p:txBody>
      </p:sp>
      <p:sp>
        <p:nvSpPr>
          <p:cNvPr id="26" name="probe-composition">
            <a:extLst>
              <a:ext uri="{FF2B5EF4-FFF2-40B4-BE49-F238E27FC236}">
                <a16:creationId xmlns:a16="http://schemas.microsoft.com/office/drawing/2014/main" id="{8C6E7811-18CF-337B-0145-3E3146E0221B}"/>
              </a:ext>
            </a:extLst>
          </p:cNvPr>
          <p:cNvSpPr>
            <a:spLocks noGrp="1"/>
          </p:cNvSpPr>
          <p:nvPr/>
        </p:nvSpPr>
        <p:spPr>
          <a:xfrm>
            <a:off x="342900" y="61341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2EDF3"/>
                </a:solidFill>
                <a:latin typeface="Arial"/>
                <a:ea typeface="Arial"/>
                <a:cs typeface="Arial"/>
              </a:rPr>
              <a:t>527 government + 136 arXiv</a:t>
            </a:r>
          </a:p>
        </p:txBody>
      </p:sp>
      <p:sp>
        <p:nvSpPr>
          <p:cNvPr id="27" name="probe-fields">
            <a:extLst>
              <a:ext uri="{FF2B5EF4-FFF2-40B4-BE49-F238E27FC236}">
                <a16:creationId xmlns:a16="http://schemas.microsoft.com/office/drawing/2014/main" id="{68D0A5D5-6632-96F1-4EDE-64E895B26777}"/>
              </a:ext>
            </a:extLst>
          </p:cNvPr>
          <p:cNvSpPr>
            <a:spLocks noGrp="1"/>
          </p:cNvSpPr>
          <p:nvPr/>
        </p:nvSpPr>
        <p:spPr>
          <a:xfrm>
            <a:off x="495300" y="6562725"/>
            <a:ext cx="2152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query + reference page</a:t>
            </a:r>
          </a:p>
          <a:p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answer span</a:t>
            </a:r>
          </a:p>
        </p:txBody>
      </p:sp>
      <p:sp>
        <p:nvSpPr>
          <p:cNvPr id="30" name="parser-candidates-bg">
            <a:extLst>
              <a:ext uri="{FF2B5EF4-FFF2-40B4-BE49-F238E27FC236}">
                <a16:creationId xmlns:a16="http://schemas.microsoft.com/office/drawing/2014/main" id="{1807211B-50E1-6419-B186-AE7909462C41}"/>
              </a:ext>
            </a:extLst>
          </p:cNvPr>
          <p:cNvSpPr>
            <a:spLocks noGrp="1"/>
          </p:cNvSpPr>
          <p:nvPr/>
        </p:nvSpPr>
        <p:spPr>
          <a:xfrm>
            <a:off x="3429000" y="952500"/>
            <a:ext cx="2333625" cy="838200"/>
          </a:xfrm>
          <a:prstGeom prst="roundRect">
            <a:avLst>
              <a:gd name="adj" fmla="val 15909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</p:sp>
      <p:sp>
        <p:nvSpPr>
          <p:cNvPr id="31" name="parser-candidates-title">
            <a:extLst>
              <a:ext uri="{FF2B5EF4-FFF2-40B4-BE49-F238E27FC236}">
                <a16:creationId xmlns:a16="http://schemas.microsoft.com/office/drawing/2014/main" id="{C5A8685F-D299-DF22-B876-6501497BE7EB}"/>
              </a:ext>
            </a:extLst>
          </p:cNvPr>
          <p:cNvSpPr>
            <a:spLocks noGrp="1"/>
          </p:cNvSpPr>
          <p:nvPr/>
        </p:nvSpPr>
        <p:spPr>
          <a:xfrm>
            <a:off x="3505200" y="1028700"/>
            <a:ext cx="2181225" cy="3771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Parser candidates P_i</a:t>
            </a:r>
          </a:p>
        </p:txBody>
      </p:sp>
      <p:sp>
        <p:nvSpPr>
          <p:cNvPr id="32" name="parser-candidates-subtitle">
            <a:extLst>
              <a:ext uri="{FF2B5EF4-FFF2-40B4-BE49-F238E27FC236}">
                <a16:creationId xmlns:a16="http://schemas.microsoft.com/office/drawing/2014/main" id="{B22F2AE8-1BA2-68CA-9E0D-CE4F4F5A2D91}"/>
              </a:ext>
            </a:extLst>
          </p:cNvPr>
          <p:cNvSpPr>
            <a:spLocks noGrp="1"/>
          </p:cNvSpPr>
          <p:nvPr/>
        </p:nvSpPr>
        <p:spPr>
          <a:xfrm>
            <a:off x="3505200" y="1346454"/>
            <a:ext cx="2181225" cy="36042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P_1   P_2   ...   P_m</a:t>
            </a:r>
          </a:p>
        </p:txBody>
      </p:sp>
      <p:sp>
        <p:nvSpPr>
          <p:cNvPr id="33" name="parsed-pages-bg">
            <a:extLst>
              <a:ext uri="{FF2B5EF4-FFF2-40B4-BE49-F238E27FC236}">
                <a16:creationId xmlns:a16="http://schemas.microsoft.com/office/drawing/2014/main" id="{29ADE3FE-84F2-C85D-9F94-E4C8CB4D2D91}"/>
              </a:ext>
            </a:extLst>
          </p:cNvPr>
          <p:cNvSpPr>
            <a:spLocks noGrp="1"/>
          </p:cNvSpPr>
          <p:nvPr/>
        </p:nvSpPr>
        <p:spPr>
          <a:xfrm>
            <a:off x="3429000" y="2114550"/>
            <a:ext cx="2333625" cy="704850"/>
          </a:xfrm>
          <a:prstGeom prst="roundRect">
            <a:avLst>
              <a:gd name="adj" fmla="val 18919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</p:sp>
      <p:sp>
        <p:nvSpPr>
          <p:cNvPr id="34" name="parsed-pages-title">
            <a:extLst>
              <a:ext uri="{FF2B5EF4-FFF2-40B4-BE49-F238E27FC236}">
                <a16:creationId xmlns:a16="http://schemas.microsoft.com/office/drawing/2014/main" id="{6D6F7ABE-39F2-2721-265D-B1B325A94B72}"/>
              </a:ext>
            </a:extLst>
          </p:cNvPr>
          <p:cNvSpPr>
            <a:spLocks noGrp="1"/>
          </p:cNvSpPr>
          <p:nvPr/>
        </p:nvSpPr>
        <p:spPr>
          <a:xfrm>
            <a:off x="3505200" y="2171700"/>
            <a:ext cx="21812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Parsed page outputs</a:t>
            </a:r>
          </a:p>
        </p:txBody>
      </p:sp>
      <p:sp>
        <p:nvSpPr>
          <p:cNvPr id="35" name="chunker-candidates-bg">
            <a:extLst>
              <a:ext uri="{FF2B5EF4-FFF2-40B4-BE49-F238E27FC236}">
                <a16:creationId xmlns:a16="http://schemas.microsoft.com/office/drawing/2014/main" id="{7C404496-A9F4-32BA-91D3-5419114A57A0}"/>
              </a:ext>
            </a:extLst>
          </p:cNvPr>
          <p:cNvSpPr>
            <a:spLocks noGrp="1"/>
          </p:cNvSpPr>
          <p:nvPr/>
        </p:nvSpPr>
        <p:spPr>
          <a:xfrm>
            <a:off x="3429000" y="3162300"/>
            <a:ext cx="2333625" cy="800100"/>
          </a:xfrm>
          <a:prstGeom prst="roundRect">
            <a:avLst>
              <a:gd name="adj" fmla="val 16667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</p:sp>
      <p:sp>
        <p:nvSpPr>
          <p:cNvPr id="36" name="chunker-candidates-title">
            <a:extLst>
              <a:ext uri="{FF2B5EF4-FFF2-40B4-BE49-F238E27FC236}">
                <a16:creationId xmlns:a16="http://schemas.microsoft.com/office/drawing/2014/main" id="{5CC34143-43E0-9C67-A0C8-1AD2A4E8B06B}"/>
              </a:ext>
            </a:extLst>
          </p:cNvPr>
          <p:cNvSpPr>
            <a:spLocks noGrp="1"/>
          </p:cNvSpPr>
          <p:nvPr/>
        </p:nvSpPr>
        <p:spPr>
          <a:xfrm>
            <a:off x="3505200" y="3238500"/>
            <a:ext cx="2181225" cy="3600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Chunker candidates C_j</a:t>
            </a:r>
          </a:p>
        </p:txBody>
      </p:sp>
      <p:sp>
        <p:nvSpPr>
          <p:cNvPr id="37" name="chunker-candidates-subtitle">
            <a:extLst>
              <a:ext uri="{FF2B5EF4-FFF2-40B4-BE49-F238E27FC236}">
                <a16:creationId xmlns:a16="http://schemas.microsoft.com/office/drawing/2014/main" id="{8718EA62-25F7-D925-7E2C-E7145738A718}"/>
              </a:ext>
            </a:extLst>
          </p:cNvPr>
          <p:cNvSpPr>
            <a:spLocks noGrp="1"/>
          </p:cNvSpPr>
          <p:nvPr/>
        </p:nvSpPr>
        <p:spPr>
          <a:xfrm>
            <a:off x="3505200" y="3538347"/>
            <a:ext cx="2181225" cy="34404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C_1   C_2   ...   C_c</a:t>
            </a:r>
          </a:p>
        </p:txBody>
      </p:sp>
      <p:sp>
        <p:nvSpPr>
          <p:cNvPr id="38" name="candidate-pairs-bg">
            <a:extLst>
              <a:ext uri="{FF2B5EF4-FFF2-40B4-BE49-F238E27FC236}">
                <a16:creationId xmlns:a16="http://schemas.microsoft.com/office/drawing/2014/main" id="{B3C0AB97-05E5-3A61-06CE-B21AB6F70F6A}"/>
              </a:ext>
            </a:extLst>
          </p:cNvPr>
          <p:cNvSpPr>
            <a:spLocks noGrp="1"/>
          </p:cNvSpPr>
          <p:nvPr/>
        </p:nvSpPr>
        <p:spPr>
          <a:xfrm>
            <a:off x="3714750" y="4267200"/>
            <a:ext cx="1762125" cy="400050"/>
          </a:xfrm>
          <a:prstGeom prst="roundRect">
            <a:avLst>
              <a:gd name="adj" fmla="val 19048"/>
            </a:avLst>
          </a:prstGeom>
          <a:solidFill>
            <a:srgbClr val="EEF3F6"/>
          </a:solidFill>
          <a:ln w="10478">
            <a:solidFill>
              <a:srgbClr val="7F929F"/>
            </a:solidFill>
            <a:prstDash val="solid"/>
          </a:ln>
        </p:spPr>
      </p:sp>
      <p:sp>
        <p:nvSpPr>
          <p:cNvPr id="39" name="candidate-pairs-text">
            <a:extLst>
              <a:ext uri="{FF2B5EF4-FFF2-40B4-BE49-F238E27FC236}">
                <a16:creationId xmlns:a16="http://schemas.microsoft.com/office/drawing/2014/main" id="{8879CE27-00D9-E84E-1413-2D5D686B2ABB}"/>
              </a:ext>
            </a:extLst>
          </p:cNvPr>
          <p:cNvSpPr>
            <a:spLocks noGrp="1"/>
          </p:cNvSpPr>
          <p:nvPr/>
        </p:nvSpPr>
        <p:spPr>
          <a:xfrm>
            <a:off x="3743325" y="4286250"/>
            <a:ext cx="17049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all P_i x C_j pairs</a:t>
            </a:r>
          </a:p>
        </p:txBody>
      </p:sp>
      <p:sp>
        <p:nvSpPr>
          <p:cNvPr id="40" name="candidate-corpora-bg">
            <a:extLst>
              <a:ext uri="{FF2B5EF4-FFF2-40B4-BE49-F238E27FC236}">
                <a16:creationId xmlns:a16="http://schemas.microsoft.com/office/drawing/2014/main" id="{519BE0F7-0375-9536-00D6-FE0603E73B42}"/>
              </a:ext>
            </a:extLst>
          </p:cNvPr>
          <p:cNvSpPr>
            <a:spLocks noGrp="1"/>
          </p:cNvSpPr>
          <p:nvPr/>
        </p:nvSpPr>
        <p:spPr>
          <a:xfrm>
            <a:off x="3429000" y="5095875"/>
            <a:ext cx="2333625" cy="914400"/>
          </a:xfrm>
          <a:prstGeom prst="roundRect">
            <a:avLst>
              <a:gd name="adj" fmla="val 14583"/>
            </a:avLst>
          </a:prstGeom>
          <a:solidFill>
            <a:srgbClr val="0E3958"/>
          </a:solidFill>
          <a:ln w="13335">
            <a:solidFill>
              <a:srgbClr val="167D7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candidate-corpora-title">
            <a:extLst>
              <a:ext uri="{FF2B5EF4-FFF2-40B4-BE49-F238E27FC236}">
                <a16:creationId xmlns:a16="http://schemas.microsoft.com/office/drawing/2014/main" id="{E9D59382-6520-7456-C833-5A57AF3FFC69}"/>
              </a:ext>
            </a:extLst>
          </p:cNvPr>
          <p:cNvSpPr>
            <a:spLocks noGrp="1"/>
          </p:cNvSpPr>
          <p:nvPr/>
        </p:nvSpPr>
        <p:spPr>
          <a:xfrm>
            <a:off x="3505200" y="5172075"/>
            <a:ext cx="2181225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 corpora</a:t>
            </a:r>
          </a:p>
        </p:txBody>
      </p:sp>
      <p:sp>
        <p:nvSpPr>
          <p:cNvPr id="42" name="candidate-corpora-subtitle">
            <a:extLst>
              <a:ext uri="{FF2B5EF4-FFF2-40B4-BE49-F238E27FC236}">
                <a16:creationId xmlns:a16="http://schemas.microsoft.com/office/drawing/2014/main" id="{D5CFC2CF-E618-238C-74C4-B27DABCEA528}"/>
              </a:ext>
            </a:extLst>
          </p:cNvPr>
          <p:cNvSpPr>
            <a:spLocks noGrp="1"/>
          </p:cNvSpPr>
          <p:nvPr/>
        </p:nvSpPr>
        <p:spPr>
          <a:xfrm>
            <a:off x="3505200" y="5525643"/>
            <a:ext cx="2181225" cy="3931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 dirty="0" err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C_j</a:t>
            </a:r>
            <a:r>
              <a:rPr sz="1200" b="0" i="0" dirty="0">
                <a:solidFill>
                  <a:srgbClr val="E4EDF3"/>
                </a:solidFill>
                <a:latin typeface="Arial"/>
                <a:ea typeface="Arial"/>
                <a:cs typeface="Arial"/>
              </a:rPr>
              <a:t>(</a:t>
            </a:r>
            <a:r>
              <a:rPr sz="1200" b="0" i="0" dirty="0" err="1">
                <a:solidFill>
                  <a:srgbClr val="E4EDF3"/>
                </a:solidFill>
                <a:latin typeface="Arial"/>
                <a:ea typeface="Arial"/>
                <a:cs typeface="Arial"/>
              </a:rPr>
              <a:t>P_i</a:t>
            </a:r>
            <a:r>
              <a:rPr sz="1200" b="0" i="0" dirty="0">
                <a:solidFill>
                  <a:srgbClr val="E4EDF3"/>
                </a:solidFill>
                <a:latin typeface="Arial"/>
                <a:ea typeface="Arial"/>
                <a:cs typeface="Arial"/>
              </a:rPr>
              <a:t>),  m x c</a:t>
            </a:r>
          </a:p>
        </p:txBody>
      </p:sp>
      <p:sp>
        <p:nvSpPr>
          <p:cNvPr id="43" name="index-corpora-bg">
            <a:extLst>
              <a:ext uri="{FF2B5EF4-FFF2-40B4-BE49-F238E27FC236}">
                <a16:creationId xmlns:a16="http://schemas.microsoft.com/office/drawing/2014/main" id="{D4388058-F1B3-34C0-C148-8D0D46A0A37C}"/>
              </a:ext>
            </a:extLst>
          </p:cNvPr>
          <p:cNvSpPr>
            <a:spLocks noGrp="1"/>
          </p:cNvSpPr>
          <p:nvPr/>
        </p:nvSpPr>
        <p:spPr>
          <a:xfrm>
            <a:off x="3429000" y="6667500"/>
            <a:ext cx="2333625" cy="990600"/>
          </a:xfrm>
          <a:prstGeom prst="roundRect">
            <a:avLst>
              <a:gd name="adj" fmla="val 13462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index-corpora-title">
            <a:extLst>
              <a:ext uri="{FF2B5EF4-FFF2-40B4-BE49-F238E27FC236}">
                <a16:creationId xmlns:a16="http://schemas.microsoft.com/office/drawing/2014/main" id="{B4273460-E0EE-B1E7-E4D2-859DD51AC3B9}"/>
              </a:ext>
            </a:extLst>
          </p:cNvPr>
          <p:cNvSpPr>
            <a:spLocks noGrp="1"/>
          </p:cNvSpPr>
          <p:nvPr/>
        </p:nvSpPr>
        <p:spPr>
          <a:xfrm>
            <a:off x="4000500" y="700087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Index each corpus</a:t>
            </a:r>
          </a:p>
        </p:txBody>
      </p:sp>
      <p:sp>
        <p:nvSpPr>
          <p:cNvPr id="51" name="intrinsic-score-bg">
            <a:extLst>
              <a:ext uri="{FF2B5EF4-FFF2-40B4-BE49-F238E27FC236}">
                <a16:creationId xmlns:a16="http://schemas.microsoft.com/office/drawing/2014/main" id="{0808B880-7730-CFD2-5EF2-119E46899256}"/>
              </a:ext>
            </a:extLst>
          </p:cNvPr>
          <p:cNvSpPr>
            <a:spLocks noGrp="1"/>
          </p:cNvSpPr>
          <p:nvPr/>
        </p:nvSpPr>
        <p:spPr>
          <a:xfrm>
            <a:off x="5993607" y="2176008"/>
            <a:ext cx="962025" cy="590551"/>
          </a:xfrm>
          <a:prstGeom prst="roundRect">
            <a:avLst>
              <a:gd name="adj" fmla="val 14894"/>
            </a:avLst>
          </a:prstGeom>
          <a:solidFill>
            <a:srgbClr val="FFFAF1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intrinsic-score-title">
            <a:extLst>
              <a:ext uri="{FF2B5EF4-FFF2-40B4-BE49-F238E27FC236}">
                <a16:creationId xmlns:a16="http://schemas.microsoft.com/office/drawing/2014/main" id="{076D74BA-4C9E-8DC7-9E80-20BD1DE7412C}"/>
              </a:ext>
            </a:extLst>
          </p:cNvPr>
          <p:cNvSpPr>
            <a:spLocks noGrp="1"/>
          </p:cNvSpPr>
          <p:nvPr/>
        </p:nvSpPr>
        <p:spPr>
          <a:xfrm>
            <a:off x="6069807" y="2109334"/>
            <a:ext cx="809625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53" name="intrinsic-rank-bg">
            <a:extLst>
              <a:ext uri="{FF2B5EF4-FFF2-40B4-BE49-F238E27FC236}">
                <a16:creationId xmlns:a16="http://schemas.microsoft.com/office/drawing/2014/main" id="{FDFB0BF6-165E-9DE9-8C5F-23D76EB7E3DA}"/>
              </a:ext>
            </a:extLst>
          </p:cNvPr>
          <p:cNvSpPr>
            <a:spLocks noGrp="1"/>
          </p:cNvSpPr>
          <p:nvPr/>
        </p:nvSpPr>
        <p:spPr>
          <a:xfrm>
            <a:off x="5993607" y="3152775"/>
            <a:ext cx="962025" cy="639309"/>
          </a:xfrm>
          <a:prstGeom prst="roundRect">
            <a:avLst>
              <a:gd name="adj" fmla="val 17073"/>
            </a:avLst>
          </a:prstGeom>
          <a:solidFill>
            <a:srgbClr val="FFFAF1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intrinsic-rank-title">
            <a:extLst>
              <a:ext uri="{FF2B5EF4-FFF2-40B4-BE49-F238E27FC236}">
                <a16:creationId xmlns:a16="http://schemas.microsoft.com/office/drawing/2014/main" id="{529531A4-B740-B072-F3B4-4C8A4857603E}"/>
              </a:ext>
            </a:extLst>
          </p:cNvPr>
          <p:cNvSpPr>
            <a:spLocks noGrp="1"/>
          </p:cNvSpPr>
          <p:nvPr/>
        </p:nvSpPr>
        <p:spPr>
          <a:xfrm>
            <a:off x="6069807" y="3209925"/>
            <a:ext cx="809625" cy="5457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sp>
        <p:nvSpPr>
          <p:cNvPr id="55" name="ranking-comparison-bg">
            <a:extLst>
              <a:ext uri="{FF2B5EF4-FFF2-40B4-BE49-F238E27FC236}">
                <a16:creationId xmlns:a16="http://schemas.microsoft.com/office/drawing/2014/main" id="{AA02FB29-AE6B-8E03-7A3C-B4AFC346DC1C}"/>
              </a:ext>
            </a:extLst>
          </p:cNvPr>
          <p:cNvSpPr>
            <a:spLocks noGrp="1"/>
          </p:cNvSpPr>
          <p:nvPr/>
        </p:nvSpPr>
        <p:spPr>
          <a:xfrm>
            <a:off x="5879307" y="4105275"/>
            <a:ext cx="1200150" cy="666750"/>
          </a:xfrm>
          <a:prstGeom prst="roundRect">
            <a:avLst>
              <a:gd name="adj" fmla="val 20000"/>
            </a:avLst>
          </a:prstGeom>
          <a:solidFill>
            <a:srgbClr val="FFFAF1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ranking-comparison-title">
            <a:extLst>
              <a:ext uri="{FF2B5EF4-FFF2-40B4-BE49-F238E27FC236}">
                <a16:creationId xmlns:a16="http://schemas.microsoft.com/office/drawing/2014/main" id="{0B43C4F3-FEA0-B48D-814B-66A2FA21A686}"/>
              </a:ext>
            </a:extLst>
          </p:cNvPr>
          <p:cNvSpPr>
            <a:spLocks noGrp="1"/>
          </p:cNvSpPr>
          <p:nvPr/>
        </p:nvSpPr>
        <p:spPr>
          <a:xfrm>
            <a:off x="5903119" y="4160996"/>
            <a:ext cx="1169193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Compare </a:t>
            </a:r>
          </a:p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lang="en-US"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</a:t>
            </a: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ankings</a:t>
            </a:r>
            <a:br>
              <a:rPr lang="en-US"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</a:br>
            <a:r>
              <a:rPr lang="en-US"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(same </a:t>
            </a:r>
            <a:r>
              <a:rPr lang="en-US" sz="1200" b="1" i="0" dirty="0" err="1">
                <a:solidFill>
                  <a:srgbClr val="1D2B36"/>
                </a:solidFill>
                <a:latin typeface="Arial"/>
                <a:ea typeface="Arial"/>
                <a:cs typeface="Arial"/>
              </a:rPr>
              <a:t>chunker</a:t>
            </a:r>
            <a:r>
              <a:rPr lang="en-US"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)</a:t>
            </a:r>
            <a:endParaRPr sz="1200" b="1" i="0" dirty="0">
              <a:solidFill>
                <a:srgbClr val="1D2B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ranking-finding-bg">
            <a:extLst>
              <a:ext uri="{FF2B5EF4-FFF2-40B4-BE49-F238E27FC236}">
                <a16:creationId xmlns:a16="http://schemas.microsoft.com/office/drawing/2014/main" id="{147772D5-9C68-BB79-4DAD-0C9AD82BED5B}"/>
              </a:ext>
            </a:extLst>
          </p:cNvPr>
          <p:cNvSpPr>
            <a:spLocks noGrp="1"/>
          </p:cNvSpPr>
          <p:nvPr/>
        </p:nvSpPr>
        <p:spPr>
          <a:xfrm>
            <a:off x="5874544" y="4895850"/>
            <a:ext cx="1200150" cy="552450"/>
          </a:xfrm>
          <a:prstGeom prst="roundRect">
            <a:avLst>
              <a:gd name="adj" fmla="val 24138"/>
            </a:avLst>
          </a:prstGeom>
          <a:solidFill>
            <a:srgbClr val="FFF2E3"/>
          </a:solidFill>
          <a:ln w="13335">
            <a:solidFill>
              <a:srgbClr val="D06D1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ranking-finding-title">
            <a:extLst>
              <a:ext uri="{FF2B5EF4-FFF2-40B4-BE49-F238E27FC236}">
                <a16:creationId xmlns:a16="http://schemas.microsoft.com/office/drawing/2014/main" id="{D604B551-3D45-5124-6F6C-2D87E4D31280}"/>
              </a:ext>
            </a:extLst>
          </p:cNvPr>
          <p:cNvSpPr>
            <a:spLocks noGrp="1"/>
          </p:cNvSpPr>
          <p:nvPr/>
        </p:nvSpPr>
        <p:spPr>
          <a:xfrm>
            <a:off x="5903119" y="4924425"/>
            <a:ext cx="1143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lang="en-US" sz="1125" b="1" i="0" dirty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Intrinsic </a:t>
            </a:r>
          </a:p>
          <a:p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6D3504"/>
                </a:solidFill>
                <a:latin typeface="Arial"/>
                <a:ea typeface="Arial"/>
                <a:cs typeface="Arial"/>
              </a:rPr>
              <a:t>ranking</a:t>
            </a:r>
          </a:p>
          <a:p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6D3504"/>
                </a:solidFill>
                <a:latin typeface="Arial"/>
                <a:ea typeface="Arial"/>
                <a:cs typeface="Arial"/>
              </a:rPr>
              <a:t>c</a:t>
            </a:r>
            <a:r>
              <a:rPr lang="en-US" sz="1125" b="1" i="0" dirty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an mislead</a:t>
            </a:r>
          </a:p>
        </p:txBody>
      </p:sp>
      <p:sp>
        <p:nvSpPr>
          <p:cNvPr id="59" name="contribution-c1-bg">
            <a:extLst>
              <a:ext uri="{FF2B5EF4-FFF2-40B4-BE49-F238E27FC236}">
                <a16:creationId xmlns:a16="http://schemas.microsoft.com/office/drawing/2014/main" id="{EF6471AA-5307-8B0A-20E1-DF689B0E21AF}"/>
              </a:ext>
            </a:extLst>
          </p:cNvPr>
          <p:cNvSpPr>
            <a:spLocks noGrp="1"/>
          </p:cNvSpPr>
          <p:nvPr/>
        </p:nvSpPr>
        <p:spPr>
          <a:xfrm>
            <a:off x="6822282" y="39624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4C968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contribution-c1-text">
            <a:extLst>
              <a:ext uri="{FF2B5EF4-FFF2-40B4-BE49-F238E27FC236}">
                <a16:creationId xmlns:a16="http://schemas.microsoft.com/office/drawing/2014/main" id="{129AE673-40F6-4AB9-AEBF-4A99197E267A}"/>
              </a:ext>
            </a:extLst>
          </p:cNvPr>
          <p:cNvSpPr>
            <a:spLocks noGrp="1"/>
          </p:cNvSpPr>
          <p:nvPr/>
        </p:nvSpPr>
        <p:spPr>
          <a:xfrm>
            <a:off x="6841332" y="398145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61" name="candidate-index-label">
            <a:extLst>
              <a:ext uri="{FF2B5EF4-FFF2-40B4-BE49-F238E27FC236}">
                <a16:creationId xmlns:a16="http://schemas.microsoft.com/office/drawing/2014/main" id="{EC9DCD1F-A71C-3463-6E85-9EE69BD8158D}"/>
              </a:ext>
            </a:extLst>
          </p:cNvPr>
          <p:cNvSpPr>
            <a:spLocks noGrp="1"/>
          </p:cNvSpPr>
          <p:nvPr/>
        </p:nvSpPr>
        <p:spPr>
          <a:xfrm>
            <a:off x="5819775" y="6804932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index</a:t>
            </a:r>
          </a:p>
        </p:txBody>
      </p:sp>
      <p:sp>
        <p:nvSpPr>
          <p:cNvPr id="62" name="search-probe-bg">
            <a:extLst>
              <a:ext uri="{FF2B5EF4-FFF2-40B4-BE49-F238E27FC236}">
                <a16:creationId xmlns:a16="http://schemas.microsoft.com/office/drawing/2014/main" id="{E04FFB8D-0B57-FACB-D695-5D6F7D022E3C}"/>
              </a:ext>
            </a:extLst>
          </p:cNvPr>
          <p:cNvSpPr>
            <a:spLocks noGrp="1"/>
          </p:cNvSpPr>
          <p:nvPr/>
        </p:nvSpPr>
        <p:spPr>
          <a:xfrm>
            <a:off x="7905750" y="876300"/>
            <a:ext cx="3714750" cy="990600"/>
          </a:xfrm>
          <a:prstGeom prst="roundRect">
            <a:avLst>
              <a:gd name="adj" fmla="val 13462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earch-probe-title">
            <a:extLst>
              <a:ext uri="{FF2B5EF4-FFF2-40B4-BE49-F238E27FC236}">
                <a16:creationId xmlns:a16="http://schemas.microsoft.com/office/drawing/2014/main" id="{35C2DA44-5ADD-ED5F-1696-FDF9A695AE15}"/>
              </a:ext>
            </a:extLst>
          </p:cNvPr>
          <p:cNvSpPr>
            <a:spLocks noGrp="1"/>
          </p:cNvSpPr>
          <p:nvPr/>
        </p:nvSpPr>
        <p:spPr>
          <a:xfrm>
            <a:off x="8096250" y="9334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with probe queries</a:t>
            </a:r>
          </a:p>
        </p:txBody>
      </p:sp>
      <p:sp>
        <p:nvSpPr>
          <p:cNvPr id="72" name="relevant-chunk-bg">
            <a:extLst>
              <a:ext uri="{FF2B5EF4-FFF2-40B4-BE49-F238E27FC236}">
                <a16:creationId xmlns:a16="http://schemas.microsoft.com/office/drawing/2014/main" id="{9DCE9DC3-7016-B258-D2BD-FA59DCAC352F}"/>
              </a:ext>
            </a:extLst>
          </p:cNvPr>
          <p:cNvSpPr>
            <a:spLocks noGrp="1"/>
          </p:cNvSpPr>
          <p:nvPr/>
        </p:nvSpPr>
        <p:spPr>
          <a:xfrm>
            <a:off x="7905750" y="2057400"/>
            <a:ext cx="3714750" cy="952500"/>
          </a:xfrm>
          <a:prstGeom prst="roundRect">
            <a:avLst>
              <a:gd name="adj" fmla="val 14000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</p:sp>
      <p:sp>
        <p:nvSpPr>
          <p:cNvPr id="73" name="relevant-chunk-title">
            <a:extLst>
              <a:ext uri="{FF2B5EF4-FFF2-40B4-BE49-F238E27FC236}">
                <a16:creationId xmlns:a16="http://schemas.microsoft.com/office/drawing/2014/main" id="{536263A7-1BCF-E667-142B-AC5C00830E39}"/>
              </a:ext>
            </a:extLst>
          </p:cNvPr>
          <p:cNvSpPr>
            <a:spLocks noGrp="1"/>
          </p:cNvSpPr>
          <p:nvPr/>
        </p:nvSpPr>
        <p:spPr>
          <a:xfrm>
            <a:off x="7981950" y="2133600"/>
            <a:ext cx="35623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Relevant chunk</a:t>
            </a:r>
          </a:p>
        </p:txBody>
      </p:sp>
      <p:sp>
        <p:nvSpPr>
          <p:cNvPr id="74" name="relevant-chunk-subtitle">
            <a:extLst>
              <a:ext uri="{FF2B5EF4-FFF2-40B4-BE49-F238E27FC236}">
                <a16:creationId xmlns:a16="http://schemas.microsoft.com/office/drawing/2014/main" id="{5A4C8B63-2811-DA53-261F-FA602F31373C}"/>
              </a:ext>
            </a:extLst>
          </p:cNvPr>
          <p:cNvSpPr>
            <a:spLocks noGrp="1"/>
          </p:cNvSpPr>
          <p:nvPr/>
        </p:nvSpPr>
        <p:spPr>
          <a:xfrm>
            <a:off x="7981950" y="2505075"/>
            <a:ext cx="3562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from reference page AND contains</a:t>
            </a:r>
          </a:p>
          <a:p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normalised answer span</a:t>
            </a:r>
          </a:p>
        </p:txBody>
      </p:sp>
      <p:sp>
        <p:nvSpPr>
          <p:cNvPr id="75" name="mrr-bg">
            <a:extLst>
              <a:ext uri="{FF2B5EF4-FFF2-40B4-BE49-F238E27FC236}">
                <a16:creationId xmlns:a16="http://schemas.microsoft.com/office/drawing/2014/main" id="{DCD6BB38-F4B6-4CED-498E-459BB6F4188A}"/>
              </a:ext>
            </a:extLst>
          </p:cNvPr>
          <p:cNvSpPr>
            <a:spLocks noGrp="1"/>
          </p:cNvSpPr>
          <p:nvPr/>
        </p:nvSpPr>
        <p:spPr>
          <a:xfrm>
            <a:off x="7905750" y="3257550"/>
            <a:ext cx="3714750" cy="552450"/>
          </a:xfrm>
          <a:prstGeom prst="roundRect">
            <a:avLst>
              <a:gd name="adj" fmla="val 24138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mrr-title">
            <a:extLst>
              <a:ext uri="{FF2B5EF4-FFF2-40B4-BE49-F238E27FC236}">
                <a16:creationId xmlns:a16="http://schemas.microsoft.com/office/drawing/2014/main" id="{39B92D93-189C-2741-9AD6-BCC4D52F248D}"/>
              </a:ext>
            </a:extLst>
          </p:cNvPr>
          <p:cNvSpPr>
            <a:spLocks noGrp="1"/>
          </p:cNvSpPr>
          <p:nvPr/>
        </p:nvSpPr>
        <p:spPr>
          <a:xfrm>
            <a:off x="7981950" y="3314700"/>
            <a:ext cx="35623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MRR@k</a:t>
            </a:r>
          </a:p>
        </p:txBody>
      </p:sp>
      <p:sp>
        <p:nvSpPr>
          <p:cNvPr id="77" name="rcps-score-bg">
            <a:extLst>
              <a:ext uri="{FF2B5EF4-FFF2-40B4-BE49-F238E27FC236}">
                <a16:creationId xmlns:a16="http://schemas.microsoft.com/office/drawing/2014/main" id="{A5616B6D-D854-3534-DCCC-9270C4212878}"/>
              </a:ext>
            </a:extLst>
          </p:cNvPr>
          <p:cNvSpPr>
            <a:spLocks noGrp="1"/>
          </p:cNvSpPr>
          <p:nvPr/>
        </p:nvSpPr>
        <p:spPr>
          <a:xfrm>
            <a:off x="7905750" y="4095750"/>
            <a:ext cx="3714750" cy="1047750"/>
          </a:xfrm>
          <a:prstGeom prst="roundRect">
            <a:avLst>
              <a:gd name="adj" fmla="val 12727"/>
            </a:avLst>
          </a:prstGeom>
          <a:solidFill>
            <a:srgbClr val="082B45"/>
          </a:solidFill>
          <a:ln w="13335">
            <a:solidFill>
              <a:srgbClr val="2B9E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rcps-score-title">
            <a:extLst>
              <a:ext uri="{FF2B5EF4-FFF2-40B4-BE49-F238E27FC236}">
                <a16:creationId xmlns:a16="http://schemas.microsoft.com/office/drawing/2014/main" id="{59E8AE03-2802-8177-2511-8D65C72445B0}"/>
              </a:ext>
            </a:extLst>
          </p:cNvPr>
          <p:cNvSpPr>
            <a:spLocks noGrp="1"/>
          </p:cNvSpPr>
          <p:nvPr/>
        </p:nvSpPr>
        <p:spPr>
          <a:xfrm>
            <a:off x="7981950" y="4171950"/>
            <a:ext cx="3562350" cy="4714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RCPS(P,C)</a:t>
            </a:r>
          </a:p>
        </p:txBody>
      </p:sp>
      <p:sp>
        <p:nvSpPr>
          <p:cNvPr id="79" name="rcps-score-subtitle">
            <a:extLst>
              <a:ext uri="{FF2B5EF4-FFF2-40B4-BE49-F238E27FC236}">
                <a16:creationId xmlns:a16="http://schemas.microsoft.com/office/drawing/2014/main" id="{DD1F15B6-03C6-99CA-454E-D7F58F817359}"/>
              </a:ext>
            </a:extLst>
          </p:cNvPr>
          <p:cNvSpPr>
            <a:spLocks noGrp="1"/>
          </p:cNvSpPr>
          <p:nvPr/>
        </p:nvSpPr>
        <p:spPr>
          <a:xfrm>
            <a:off x="7981950" y="4588193"/>
            <a:ext cx="3562350" cy="45053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350" b="0" i="0" dirty="0">
                <a:solidFill>
                  <a:srgbClr val="E4EDF3"/>
                </a:solidFill>
                <a:latin typeface="Arial"/>
                <a:ea typeface="Arial"/>
                <a:cs typeface="Arial"/>
              </a:rPr>
              <a:t>mean MRR across retrievers and cutoffs</a:t>
            </a:r>
          </a:p>
        </p:txBody>
      </p:sp>
      <p:sp>
        <p:nvSpPr>
          <p:cNvPr id="80" name="contribution-c3-bg">
            <a:extLst>
              <a:ext uri="{FF2B5EF4-FFF2-40B4-BE49-F238E27FC236}">
                <a16:creationId xmlns:a16="http://schemas.microsoft.com/office/drawing/2014/main" id="{34D56896-877C-076C-53FB-73B15133F3C3}"/>
              </a:ext>
            </a:extLst>
          </p:cNvPr>
          <p:cNvSpPr>
            <a:spLocks noGrp="1"/>
          </p:cNvSpPr>
          <p:nvPr/>
        </p:nvSpPr>
        <p:spPr>
          <a:xfrm>
            <a:off x="11351418" y="3997643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4C968"/>
          </a:solidFill>
          <a:ln w="13335">
            <a:solidFill>
              <a:srgbClr val="A36B0D"/>
            </a:solidFill>
            <a:prstDash val="solid"/>
          </a:ln>
        </p:spPr>
      </p:sp>
      <p:sp>
        <p:nvSpPr>
          <p:cNvPr id="81" name="contribution-c3-text">
            <a:extLst>
              <a:ext uri="{FF2B5EF4-FFF2-40B4-BE49-F238E27FC236}">
                <a16:creationId xmlns:a16="http://schemas.microsoft.com/office/drawing/2014/main" id="{7B9D4728-17D9-6179-55AE-177771C3D9AB}"/>
              </a:ext>
            </a:extLst>
          </p:cNvPr>
          <p:cNvSpPr>
            <a:spLocks noGrp="1"/>
          </p:cNvSpPr>
          <p:nvPr/>
        </p:nvSpPr>
        <p:spPr>
          <a:xfrm>
            <a:off x="11370468" y="4016693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82" name="controlled-settings-bg">
            <a:extLst>
              <a:ext uri="{FF2B5EF4-FFF2-40B4-BE49-F238E27FC236}">
                <a16:creationId xmlns:a16="http://schemas.microsoft.com/office/drawing/2014/main" id="{8A59C210-3B4A-DC9C-0EE1-04BD9ACB84DC}"/>
              </a:ext>
            </a:extLst>
          </p:cNvPr>
          <p:cNvSpPr>
            <a:spLocks noGrp="1"/>
          </p:cNvSpPr>
          <p:nvPr/>
        </p:nvSpPr>
        <p:spPr>
          <a:xfrm>
            <a:off x="8048625" y="5476875"/>
            <a:ext cx="3429000" cy="1285875"/>
          </a:xfrm>
          <a:prstGeom prst="roundRect">
            <a:avLst>
              <a:gd name="adj" fmla="val 7407"/>
            </a:avLst>
          </a:prstGeom>
          <a:solidFill>
            <a:srgbClr val="F8FBFD"/>
          </a:solidFill>
          <a:ln w="11430">
            <a:solidFill>
              <a:srgbClr val="6E97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controlled-settings-title">
            <a:extLst>
              <a:ext uri="{FF2B5EF4-FFF2-40B4-BE49-F238E27FC236}">
                <a16:creationId xmlns:a16="http://schemas.microsoft.com/office/drawing/2014/main" id="{33DCB9EF-529E-70CF-71A9-C47B6E73A8A6}"/>
              </a:ext>
            </a:extLst>
          </p:cNvPr>
          <p:cNvSpPr>
            <a:spLocks noGrp="1"/>
          </p:cNvSpPr>
          <p:nvPr/>
        </p:nvSpPr>
        <p:spPr>
          <a:xfrm>
            <a:off x="8239125" y="55245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Controlled settings</a:t>
            </a:r>
          </a:p>
        </p:txBody>
      </p:sp>
      <p:sp>
        <p:nvSpPr>
          <p:cNvPr id="84" name="controlled-probe-set-bg">
            <a:extLst>
              <a:ext uri="{FF2B5EF4-FFF2-40B4-BE49-F238E27FC236}">
                <a16:creationId xmlns:a16="http://schemas.microsoft.com/office/drawing/2014/main" id="{FC4BDE6F-2343-9874-0866-D2746E26FFB4}"/>
              </a:ext>
            </a:extLst>
          </p:cNvPr>
          <p:cNvSpPr>
            <a:spLocks noGrp="1"/>
          </p:cNvSpPr>
          <p:nvPr/>
        </p:nvSpPr>
        <p:spPr>
          <a:xfrm>
            <a:off x="8201025" y="5915025"/>
            <a:ext cx="1476375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478">
            <a:solidFill>
              <a:srgbClr val="9AB8CC"/>
            </a:solidFill>
            <a:prstDash val="solid"/>
          </a:ln>
        </p:spPr>
      </p:sp>
      <p:sp>
        <p:nvSpPr>
          <p:cNvPr id="85" name="controlled-probe-set-text">
            <a:extLst>
              <a:ext uri="{FF2B5EF4-FFF2-40B4-BE49-F238E27FC236}">
                <a16:creationId xmlns:a16="http://schemas.microsoft.com/office/drawing/2014/main" id="{C51013C6-AA35-C8E1-631A-2AE02C35ED81}"/>
              </a:ext>
            </a:extLst>
          </p:cNvPr>
          <p:cNvSpPr>
            <a:spLocks noGrp="1"/>
          </p:cNvSpPr>
          <p:nvPr/>
        </p:nvSpPr>
        <p:spPr>
          <a:xfrm>
            <a:off x="8229600" y="5934075"/>
            <a:ext cx="14192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Probe set</a:t>
            </a:r>
          </a:p>
        </p:txBody>
      </p:sp>
      <p:sp>
        <p:nvSpPr>
          <p:cNvPr id="86" name="controlled-retrievers-bg">
            <a:extLst>
              <a:ext uri="{FF2B5EF4-FFF2-40B4-BE49-F238E27FC236}">
                <a16:creationId xmlns:a16="http://schemas.microsoft.com/office/drawing/2014/main" id="{E3F23C7D-5A67-CC8B-58B2-871A4DD84348}"/>
              </a:ext>
            </a:extLst>
          </p:cNvPr>
          <p:cNvSpPr>
            <a:spLocks noGrp="1"/>
          </p:cNvSpPr>
          <p:nvPr/>
        </p:nvSpPr>
        <p:spPr>
          <a:xfrm>
            <a:off x="9848850" y="5915025"/>
            <a:ext cx="1476375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478">
            <a:solidFill>
              <a:srgbClr val="9AB8CC"/>
            </a:solidFill>
            <a:prstDash val="solid"/>
          </a:ln>
        </p:spPr>
      </p:sp>
      <p:sp>
        <p:nvSpPr>
          <p:cNvPr id="87" name="controlled-retrievers-text">
            <a:extLst>
              <a:ext uri="{FF2B5EF4-FFF2-40B4-BE49-F238E27FC236}">
                <a16:creationId xmlns:a16="http://schemas.microsoft.com/office/drawing/2014/main" id="{E553763E-9987-ED0D-B533-2FC984874DAA}"/>
              </a:ext>
            </a:extLst>
          </p:cNvPr>
          <p:cNvSpPr>
            <a:spLocks noGrp="1"/>
          </p:cNvSpPr>
          <p:nvPr/>
        </p:nvSpPr>
        <p:spPr>
          <a:xfrm>
            <a:off x="9877425" y="5934075"/>
            <a:ext cx="14192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Retriever models</a:t>
            </a:r>
          </a:p>
        </p:txBody>
      </p:sp>
      <p:sp>
        <p:nvSpPr>
          <p:cNvPr id="88" name="controlled-cutoffs-bg">
            <a:extLst>
              <a:ext uri="{FF2B5EF4-FFF2-40B4-BE49-F238E27FC236}">
                <a16:creationId xmlns:a16="http://schemas.microsoft.com/office/drawing/2014/main" id="{EB974200-D406-885F-7835-3C9B32FEC81E}"/>
              </a:ext>
            </a:extLst>
          </p:cNvPr>
          <p:cNvSpPr>
            <a:spLocks noGrp="1"/>
          </p:cNvSpPr>
          <p:nvPr/>
        </p:nvSpPr>
        <p:spPr>
          <a:xfrm>
            <a:off x="8201025" y="6334125"/>
            <a:ext cx="1476375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478">
            <a:solidFill>
              <a:srgbClr val="9AB8CC"/>
            </a:solidFill>
            <a:prstDash val="solid"/>
          </a:ln>
        </p:spPr>
      </p:sp>
      <p:sp>
        <p:nvSpPr>
          <p:cNvPr id="89" name="controlled-cutoffs-text">
            <a:extLst>
              <a:ext uri="{FF2B5EF4-FFF2-40B4-BE49-F238E27FC236}">
                <a16:creationId xmlns:a16="http://schemas.microsoft.com/office/drawing/2014/main" id="{CDF6BB1A-5DE0-FD2F-37EB-948C0919E98D}"/>
              </a:ext>
            </a:extLst>
          </p:cNvPr>
          <p:cNvSpPr>
            <a:spLocks noGrp="1"/>
          </p:cNvSpPr>
          <p:nvPr/>
        </p:nvSpPr>
        <p:spPr>
          <a:xfrm>
            <a:off x="8229600" y="6353175"/>
            <a:ext cx="14192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Cutoffs k = 1, 5, 10</a:t>
            </a:r>
          </a:p>
        </p:txBody>
      </p:sp>
      <p:sp>
        <p:nvSpPr>
          <p:cNvPr id="90" name="controlled-relevance-bg">
            <a:extLst>
              <a:ext uri="{FF2B5EF4-FFF2-40B4-BE49-F238E27FC236}">
                <a16:creationId xmlns:a16="http://schemas.microsoft.com/office/drawing/2014/main" id="{32116A02-B6F7-C049-F7B4-85DC20925115}"/>
              </a:ext>
            </a:extLst>
          </p:cNvPr>
          <p:cNvSpPr>
            <a:spLocks noGrp="1"/>
          </p:cNvSpPr>
          <p:nvPr/>
        </p:nvSpPr>
        <p:spPr>
          <a:xfrm>
            <a:off x="9848850" y="6334125"/>
            <a:ext cx="1476375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478">
            <a:solidFill>
              <a:srgbClr val="9AB8CC"/>
            </a:solidFill>
            <a:prstDash val="solid"/>
          </a:ln>
        </p:spPr>
      </p:sp>
      <p:sp>
        <p:nvSpPr>
          <p:cNvPr id="91" name="controlled-relevance-text">
            <a:extLst>
              <a:ext uri="{FF2B5EF4-FFF2-40B4-BE49-F238E27FC236}">
                <a16:creationId xmlns:a16="http://schemas.microsoft.com/office/drawing/2014/main" id="{C677A94C-E715-DBF9-F395-57C7AF707677}"/>
              </a:ext>
            </a:extLst>
          </p:cNvPr>
          <p:cNvSpPr>
            <a:spLocks noGrp="1"/>
          </p:cNvSpPr>
          <p:nvPr/>
        </p:nvSpPr>
        <p:spPr>
          <a:xfrm>
            <a:off x="9877425" y="6353175"/>
            <a:ext cx="14192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Relevance rule</a:t>
            </a:r>
          </a:p>
        </p:txBody>
      </p:sp>
      <p:sp>
        <p:nvSpPr>
          <p:cNvPr id="92" name="candidate-scores-bg">
            <a:extLst>
              <a:ext uri="{FF2B5EF4-FFF2-40B4-BE49-F238E27FC236}">
                <a16:creationId xmlns:a16="http://schemas.microsoft.com/office/drawing/2014/main" id="{6CA4B8D3-39D3-1B21-B08E-E06F89C56129}"/>
              </a:ext>
            </a:extLst>
          </p:cNvPr>
          <p:cNvSpPr>
            <a:spLocks noGrp="1"/>
          </p:cNvSpPr>
          <p:nvPr/>
        </p:nvSpPr>
        <p:spPr>
          <a:xfrm>
            <a:off x="7905750" y="7200900"/>
            <a:ext cx="3714750" cy="952500"/>
          </a:xfrm>
          <a:prstGeom prst="roundRect">
            <a:avLst>
              <a:gd name="adj" fmla="val 14000"/>
            </a:avLst>
          </a:prstGeom>
          <a:solidFill>
            <a:srgbClr val="0E3958"/>
          </a:solidFill>
          <a:ln w="13335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candidate-scores-title">
            <a:extLst>
              <a:ext uri="{FF2B5EF4-FFF2-40B4-BE49-F238E27FC236}">
                <a16:creationId xmlns:a16="http://schemas.microsoft.com/office/drawing/2014/main" id="{5B9D682A-ACD1-D195-7BEA-F6D99B9FAE1F}"/>
              </a:ext>
            </a:extLst>
          </p:cNvPr>
          <p:cNvSpPr>
            <a:spLocks noGrp="1"/>
          </p:cNvSpPr>
          <p:nvPr/>
        </p:nvSpPr>
        <p:spPr>
          <a:xfrm>
            <a:off x="7981950" y="7277100"/>
            <a:ext cx="35623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Candidate-wise RCPS scores</a:t>
            </a:r>
          </a:p>
        </p:txBody>
      </p:sp>
      <p:sp>
        <p:nvSpPr>
          <p:cNvPr id="94" name="candidate-scores-subtitle">
            <a:extLst>
              <a:ext uri="{FF2B5EF4-FFF2-40B4-BE49-F238E27FC236}">
                <a16:creationId xmlns:a16="http://schemas.microsoft.com/office/drawing/2014/main" id="{96BD9E14-0DCA-27B5-90A5-5C553739814D}"/>
              </a:ext>
            </a:extLst>
          </p:cNvPr>
          <p:cNvSpPr>
            <a:spLocks noGrp="1"/>
          </p:cNvSpPr>
          <p:nvPr/>
        </p:nvSpPr>
        <p:spPr>
          <a:xfrm>
            <a:off x="7981950" y="7648575"/>
            <a:ext cx="3562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7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one score for every P_i x C_j</a:t>
            </a:r>
          </a:p>
        </p:txBody>
      </p:sp>
      <p:sp>
        <p:nvSpPr>
          <p:cNvPr id="95" name="score-matrix-frame">
            <a:extLst>
              <a:ext uri="{FF2B5EF4-FFF2-40B4-BE49-F238E27FC236}">
                <a16:creationId xmlns:a16="http://schemas.microsoft.com/office/drawing/2014/main" id="{C180FB44-9E5A-3D4E-A71F-90963C04AEDF}"/>
              </a:ext>
            </a:extLst>
          </p:cNvPr>
          <p:cNvSpPr>
            <a:spLocks noGrp="1"/>
          </p:cNvSpPr>
          <p:nvPr/>
        </p:nvSpPr>
        <p:spPr>
          <a:xfrm>
            <a:off x="12382500" y="666750"/>
            <a:ext cx="3429000" cy="2609850"/>
          </a:xfrm>
          <a:prstGeom prst="roundRect">
            <a:avLst>
              <a:gd name="adj" fmla="val 4380"/>
            </a:avLst>
          </a:prstGeom>
          <a:solidFill>
            <a:srgbClr val="FFFFFF"/>
          </a:solidFill>
          <a:ln w="13335">
            <a:solidFill>
              <a:srgbClr val="1622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core-matrix-header">
            <a:extLst>
              <a:ext uri="{FF2B5EF4-FFF2-40B4-BE49-F238E27FC236}">
                <a16:creationId xmlns:a16="http://schemas.microsoft.com/office/drawing/2014/main" id="{2B9D977F-2DD2-6F6B-DD55-F75061D6F647}"/>
              </a:ext>
            </a:extLst>
          </p:cNvPr>
          <p:cNvSpPr>
            <a:spLocks noGrp="1"/>
          </p:cNvSpPr>
          <p:nvPr/>
        </p:nvSpPr>
        <p:spPr>
          <a:xfrm>
            <a:off x="12382500" y="666750"/>
            <a:ext cx="3429000" cy="400050"/>
          </a:xfrm>
          <a:prstGeom prst="roundRect">
            <a:avLst>
              <a:gd name="adj" fmla="val 28571"/>
            </a:avLst>
          </a:prstGeom>
          <a:solidFill>
            <a:srgbClr val="082B45"/>
          </a:solidFill>
          <a:ln w="11430">
            <a:solidFill>
              <a:srgbClr val="061D2D"/>
            </a:solidFill>
            <a:prstDash val="solid"/>
          </a:ln>
        </p:spPr>
      </p:sp>
      <p:sp>
        <p:nvSpPr>
          <p:cNvPr id="97" name="score-matrix-header-fill">
            <a:extLst>
              <a:ext uri="{FF2B5EF4-FFF2-40B4-BE49-F238E27FC236}">
                <a16:creationId xmlns:a16="http://schemas.microsoft.com/office/drawing/2014/main" id="{57F6A6A7-DF79-4F3C-4F41-855AFCCA783A}"/>
              </a:ext>
            </a:extLst>
          </p:cNvPr>
          <p:cNvSpPr>
            <a:spLocks noGrp="1"/>
          </p:cNvSpPr>
          <p:nvPr/>
        </p:nvSpPr>
        <p:spPr>
          <a:xfrm>
            <a:off x="12382500" y="890839"/>
            <a:ext cx="3429000" cy="200025"/>
          </a:xfrm>
          <a:prstGeom prst="rect">
            <a:avLst/>
          </a:prstGeom>
          <a:solidFill>
            <a:srgbClr val="082B45"/>
          </a:solidFill>
          <a:ln w="0">
            <a:solidFill>
              <a:srgbClr val="082B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core-matrix-title">
            <a:extLst>
              <a:ext uri="{FF2B5EF4-FFF2-40B4-BE49-F238E27FC236}">
                <a16:creationId xmlns:a16="http://schemas.microsoft.com/office/drawing/2014/main" id="{0A80B3FD-DA24-4C1E-CC3A-9609FDEE1C67}"/>
              </a:ext>
            </a:extLst>
          </p:cNvPr>
          <p:cNvSpPr>
            <a:spLocks noGrp="1"/>
          </p:cNvSpPr>
          <p:nvPr/>
        </p:nvSpPr>
        <p:spPr>
          <a:xfrm>
            <a:off x="12573000" y="685800"/>
            <a:ext cx="3048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 score matrix</a:t>
            </a:r>
          </a:p>
        </p:txBody>
      </p:sp>
      <p:sp>
        <p:nvSpPr>
          <p:cNvPr id="99" name="matrix-cell-0-0">
            <a:extLst>
              <a:ext uri="{FF2B5EF4-FFF2-40B4-BE49-F238E27FC236}">
                <a16:creationId xmlns:a16="http://schemas.microsoft.com/office/drawing/2014/main" id="{A866A2C3-00F3-1896-57E0-0A845C8DBBF3}"/>
              </a:ext>
            </a:extLst>
          </p:cNvPr>
          <p:cNvSpPr>
            <a:spLocks noGrp="1"/>
          </p:cNvSpPr>
          <p:nvPr/>
        </p:nvSpPr>
        <p:spPr>
          <a:xfrm>
            <a:off x="13093369" y="1493922"/>
            <a:ext cx="457200" cy="361950"/>
          </a:xfrm>
          <a:prstGeom prst="rect">
            <a:avLst/>
          </a:prstGeom>
          <a:solidFill>
            <a:srgbClr val="DCEA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matrix-cell-0-1">
            <a:extLst>
              <a:ext uri="{FF2B5EF4-FFF2-40B4-BE49-F238E27FC236}">
                <a16:creationId xmlns:a16="http://schemas.microsoft.com/office/drawing/2014/main" id="{DEB312F7-135C-5DB0-134E-826A4EE290DD}"/>
              </a:ext>
            </a:extLst>
          </p:cNvPr>
          <p:cNvSpPr>
            <a:spLocks noGrp="1"/>
          </p:cNvSpPr>
          <p:nvPr/>
        </p:nvSpPr>
        <p:spPr>
          <a:xfrm>
            <a:off x="13550569" y="1493922"/>
            <a:ext cx="457200" cy="361950"/>
          </a:xfrm>
          <a:prstGeom prst="rect">
            <a:avLst/>
          </a:prstGeom>
          <a:solidFill>
            <a:srgbClr val="8AB5D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matrix-cell-0-2">
            <a:extLst>
              <a:ext uri="{FF2B5EF4-FFF2-40B4-BE49-F238E27FC236}">
                <a16:creationId xmlns:a16="http://schemas.microsoft.com/office/drawing/2014/main" id="{7F379A8F-3952-1368-34A9-9BE2986F3D97}"/>
              </a:ext>
            </a:extLst>
          </p:cNvPr>
          <p:cNvSpPr>
            <a:spLocks noGrp="1"/>
          </p:cNvSpPr>
          <p:nvPr/>
        </p:nvSpPr>
        <p:spPr>
          <a:xfrm>
            <a:off x="14007769" y="1493922"/>
            <a:ext cx="457200" cy="361950"/>
          </a:xfrm>
          <a:prstGeom prst="rect">
            <a:avLst/>
          </a:prstGeom>
          <a:solidFill>
            <a:srgbClr val="B9D4E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matrix-cell-0-3">
            <a:extLst>
              <a:ext uri="{FF2B5EF4-FFF2-40B4-BE49-F238E27FC236}">
                <a16:creationId xmlns:a16="http://schemas.microsoft.com/office/drawing/2014/main" id="{F016095D-EEFF-015B-2F6B-765F3D27C378}"/>
              </a:ext>
            </a:extLst>
          </p:cNvPr>
          <p:cNvSpPr>
            <a:spLocks noGrp="1"/>
          </p:cNvSpPr>
          <p:nvPr/>
        </p:nvSpPr>
        <p:spPr>
          <a:xfrm>
            <a:off x="14464969" y="1493922"/>
            <a:ext cx="457200" cy="361950"/>
          </a:xfrm>
          <a:prstGeom prst="rect">
            <a:avLst/>
          </a:prstGeom>
          <a:solidFill>
            <a:srgbClr val="6F9FC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matrix-cell-0-4">
            <a:extLst>
              <a:ext uri="{FF2B5EF4-FFF2-40B4-BE49-F238E27FC236}">
                <a16:creationId xmlns:a16="http://schemas.microsoft.com/office/drawing/2014/main" id="{415171AF-50C9-4FFA-C6CA-5AF947960C56}"/>
              </a:ext>
            </a:extLst>
          </p:cNvPr>
          <p:cNvSpPr>
            <a:spLocks noGrp="1"/>
          </p:cNvSpPr>
          <p:nvPr/>
        </p:nvSpPr>
        <p:spPr>
          <a:xfrm>
            <a:off x="14922169" y="1493922"/>
            <a:ext cx="457200" cy="361950"/>
          </a:xfrm>
          <a:prstGeom prst="rect">
            <a:avLst/>
          </a:prstGeom>
          <a:solidFill>
            <a:srgbClr val="9AC0D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matrix-cell-1-0">
            <a:extLst>
              <a:ext uri="{FF2B5EF4-FFF2-40B4-BE49-F238E27FC236}">
                <a16:creationId xmlns:a16="http://schemas.microsoft.com/office/drawing/2014/main" id="{835B4E7E-9F6F-28D3-BB46-CA7BE1D805CC}"/>
              </a:ext>
            </a:extLst>
          </p:cNvPr>
          <p:cNvSpPr>
            <a:spLocks noGrp="1"/>
          </p:cNvSpPr>
          <p:nvPr/>
        </p:nvSpPr>
        <p:spPr>
          <a:xfrm>
            <a:off x="13093369" y="1855872"/>
            <a:ext cx="457200" cy="361950"/>
          </a:xfrm>
          <a:prstGeom prst="rect">
            <a:avLst/>
          </a:prstGeom>
          <a:solidFill>
            <a:srgbClr val="6D9CC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matrix-cell-1-1">
            <a:extLst>
              <a:ext uri="{FF2B5EF4-FFF2-40B4-BE49-F238E27FC236}">
                <a16:creationId xmlns:a16="http://schemas.microsoft.com/office/drawing/2014/main" id="{75733B23-A1B0-F8F4-162F-28844F4FFA0E}"/>
              </a:ext>
            </a:extLst>
          </p:cNvPr>
          <p:cNvSpPr>
            <a:spLocks noGrp="1"/>
          </p:cNvSpPr>
          <p:nvPr/>
        </p:nvSpPr>
        <p:spPr>
          <a:xfrm>
            <a:off x="13550569" y="1855872"/>
            <a:ext cx="457200" cy="361950"/>
          </a:xfrm>
          <a:prstGeom prst="rect">
            <a:avLst/>
          </a:prstGeom>
          <a:solidFill>
            <a:srgbClr val="83AAC9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matrix-cell-1-2">
            <a:extLst>
              <a:ext uri="{FF2B5EF4-FFF2-40B4-BE49-F238E27FC236}">
                <a16:creationId xmlns:a16="http://schemas.microsoft.com/office/drawing/2014/main" id="{65FCDBC9-CC03-636E-1E97-7FCBB15923E5}"/>
              </a:ext>
            </a:extLst>
          </p:cNvPr>
          <p:cNvSpPr>
            <a:spLocks noGrp="1"/>
          </p:cNvSpPr>
          <p:nvPr/>
        </p:nvSpPr>
        <p:spPr>
          <a:xfrm>
            <a:off x="14007769" y="1855872"/>
            <a:ext cx="457200" cy="361950"/>
          </a:xfrm>
          <a:prstGeom prst="rect">
            <a:avLst/>
          </a:prstGeom>
          <a:solidFill>
            <a:srgbClr val="477FA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matrix-cell-1-3">
            <a:extLst>
              <a:ext uri="{FF2B5EF4-FFF2-40B4-BE49-F238E27FC236}">
                <a16:creationId xmlns:a16="http://schemas.microsoft.com/office/drawing/2014/main" id="{4FA71745-F61D-EBF7-E49C-AAD1A93E0B3B}"/>
              </a:ext>
            </a:extLst>
          </p:cNvPr>
          <p:cNvSpPr>
            <a:spLocks noGrp="1"/>
          </p:cNvSpPr>
          <p:nvPr/>
        </p:nvSpPr>
        <p:spPr>
          <a:xfrm>
            <a:off x="14464969" y="1855872"/>
            <a:ext cx="457200" cy="361950"/>
          </a:xfrm>
          <a:prstGeom prst="rect">
            <a:avLst/>
          </a:prstGeom>
          <a:solidFill>
            <a:srgbClr val="588DB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matrix-cell-1-4">
            <a:extLst>
              <a:ext uri="{FF2B5EF4-FFF2-40B4-BE49-F238E27FC236}">
                <a16:creationId xmlns:a16="http://schemas.microsoft.com/office/drawing/2014/main" id="{21473DE1-C324-7E1E-A141-61EC391F0FF4}"/>
              </a:ext>
            </a:extLst>
          </p:cNvPr>
          <p:cNvSpPr>
            <a:spLocks noGrp="1"/>
          </p:cNvSpPr>
          <p:nvPr/>
        </p:nvSpPr>
        <p:spPr>
          <a:xfrm>
            <a:off x="14922169" y="1855872"/>
            <a:ext cx="457200" cy="361950"/>
          </a:xfrm>
          <a:prstGeom prst="rect">
            <a:avLst/>
          </a:prstGeom>
          <a:solidFill>
            <a:srgbClr val="6F9EC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matrix-cell-2-0">
            <a:extLst>
              <a:ext uri="{FF2B5EF4-FFF2-40B4-BE49-F238E27FC236}">
                <a16:creationId xmlns:a16="http://schemas.microsoft.com/office/drawing/2014/main" id="{617854D8-6353-E80B-A059-9D3D46E06CC9}"/>
              </a:ext>
            </a:extLst>
          </p:cNvPr>
          <p:cNvSpPr>
            <a:spLocks noGrp="1"/>
          </p:cNvSpPr>
          <p:nvPr/>
        </p:nvSpPr>
        <p:spPr>
          <a:xfrm>
            <a:off x="13093369" y="2217822"/>
            <a:ext cx="457200" cy="361950"/>
          </a:xfrm>
          <a:prstGeom prst="rect">
            <a:avLst/>
          </a:prstGeom>
          <a:solidFill>
            <a:srgbClr val="8DB4C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matrix-cell-2-1">
            <a:extLst>
              <a:ext uri="{FF2B5EF4-FFF2-40B4-BE49-F238E27FC236}">
                <a16:creationId xmlns:a16="http://schemas.microsoft.com/office/drawing/2014/main" id="{0703E0AB-532D-BB3E-CC2F-FA6F84757A10}"/>
              </a:ext>
            </a:extLst>
          </p:cNvPr>
          <p:cNvSpPr>
            <a:spLocks noGrp="1"/>
          </p:cNvSpPr>
          <p:nvPr/>
        </p:nvSpPr>
        <p:spPr>
          <a:xfrm>
            <a:off x="13550569" y="2217822"/>
            <a:ext cx="457200" cy="361950"/>
          </a:xfrm>
          <a:prstGeom prst="rect">
            <a:avLst/>
          </a:prstGeom>
          <a:solidFill>
            <a:srgbClr val="4E84A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matrix-cell-2-2">
            <a:extLst>
              <a:ext uri="{FF2B5EF4-FFF2-40B4-BE49-F238E27FC236}">
                <a16:creationId xmlns:a16="http://schemas.microsoft.com/office/drawing/2014/main" id="{E6635AE9-7DC5-FE5D-7A1F-B6B6176CD034}"/>
              </a:ext>
            </a:extLst>
          </p:cNvPr>
          <p:cNvSpPr>
            <a:spLocks noGrp="1"/>
          </p:cNvSpPr>
          <p:nvPr/>
        </p:nvSpPr>
        <p:spPr>
          <a:xfrm>
            <a:off x="14007769" y="2217822"/>
            <a:ext cx="457200" cy="361950"/>
          </a:xfrm>
          <a:prstGeom prst="rect">
            <a:avLst/>
          </a:prstGeom>
          <a:solidFill>
            <a:srgbClr val="F4C96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matrix-cell-2-3">
            <a:extLst>
              <a:ext uri="{FF2B5EF4-FFF2-40B4-BE49-F238E27FC236}">
                <a16:creationId xmlns:a16="http://schemas.microsoft.com/office/drawing/2014/main" id="{52C21E57-DC62-9591-A57F-CE4AB75A229C}"/>
              </a:ext>
            </a:extLst>
          </p:cNvPr>
          <p:cNvSpPr>
            <a:spLocks noGrp="1"/>
          </p:cNvSpPr>
          <p:nvPr/>
        </p:nvSpPr>
        <p:spPr>
          <a:xfrm>
            <a:off x="14464969" y="2217822"/>
            <a:ext cx="457200" cy="361950"/>
          </a:xfrm>
          <a:prstGeom prst="rect">
            <a:avLst/>
          </a:prstGeom>
          <a:solidFill>
            <a:srgbClr val="6A9AB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matrix-cell-2-4">
            <a:extLst>
              <a:ext uri="{FF2B5EF4-FFF2-40B4-BE49-F238E27FC236}">
                <a16:creationId xmlns:a16="http://schemas.microsoft.com/office/drawing/2014/main" id="{1F3A086A-DFD1-0B84-E12F-D887E6611BD7}"/>
              </a:ext>
            </a:extLst>
          </p:cNvPr>
          <p:cNvSpPr>
            <a:spLocks noGrp="1"/>
          </p:cNvSpPr>
          <p:nvPr/>
        </p:nvSpPr>
        <p:spPr>
          <a:xfrm>
            <a:off x="14922169" y="2217822"/>
            <a:ext cx="457200" cy="361950"/>
          </a:xfrm>
          <a:prstGeom prst="rect">
            <a:avLst/>
          </a:prstGeom>
          <a:solidFill>
            <a:srgbClr val="89AEC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matrix-cell-3-0">
            <a:extLst>
              <a:ext uri="{FF2B5EF4-FFF2-40B4-BE49-F238E27FC236}">
                <a16:creationId xmlns:a16="http://schemas.microsoft.com/office/drawing/2014/main" id="{5E98F8A3-2956-D241-355F-2D92225B1577}"/>
              </a:ext>
            </a:extLst>
          </p:cNvPr>
          <p:cNvSpPr>
            <a:spLocks noGrp="1"/>
          </p:cNvSpPr>
          <p:nvPr/>
        </p:nvSpPr>
        <p:spPr>
          <a:xfrm>
            <a:off x="13093369" y="2579772"/>
            <a:ext cx="457200" cy="361950"/>
          </a:xfrm>
          <a:prstGeom prst="rect">
            <a:avLst/>
          </a:prstGeom>
          <a:solidFill>
            <a:srgbClr val="B8D1E3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matrix-cell-3-1">
            <a:extLst>
              <a:ext uri="{FF2B5EF4-FFF2-40B4-BE49-F238E27FC236}">
                <a16:creationId xmlns:a16="http://schemas.microsoft.com/office/drawing/2014/main" id="{6BA05991-5177-4CEC-1C58-1377F40E97F9}"/>
              </a:ext>
            </a:extLst>
          </p:cNvPr>
          <p:cNvSpPr>
            <a:spLocks noGrp="1"/>
          </p:cNvSpPr>
          <p:nvPr/>
        </p:nvSpPr>
        <p:spPr>
          <a:xfrm>
            <a:off x="13550569" y="2579772"/>
            <a:ext cx="457200" cy="361950"/>
          </a:xfrm>
          <a:prstGeom prst="rect">
            <a:avLst/>
          </a:prstGeom>
          <a:solidFill>
            <a:srgbClr val="739FC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matrix-cell-3-2">
            <a:extLst>
              <a:ext uri="{FF2B5EF4-FFF2-40B4-BE49-F238E27FC236}">
                <a16:creationId xmlns:a16="http://schemas.microsoft.com/office/drawing/2014/main" id="{A691E51B-0A50-7DE3-905D-1F4178B8CB2C}"/>
              </a:ext>
            </a:extLst>
          </p:cNvPr>
          <p:cNvSpPr>
            <a:spLocks noGrp="1"/>
          </p:cNvSpPr>
          <p:nvPr/>
        </p:nvSpPr>
        <p:spPr>
          <a:xfrm>
            <a:off x="14007769" y="2579772"/>
            <a:ext cx="457200" cy="361950"/>
          </a:xfrm>
          <a:prstGeom prst="rect">
            <a:avLst/>
          </a:prstGeom>
          <a:solidFill>
            <a:srgbClr val="90B5C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matrix-cell-3-3">
            <a:extLst>
              <a:ext uri="{FF2B5EF4-FFF2-40B4-BE49-F238E27FC236}">
                <a16:creationId xmlns:a16="http://schemas.microsoft.com/office/drawing/2014/main" id="{B5455495-695F-4C16-EA04-938477D868E1}"/>
              </a:ext>
            </a:extLst>
          </p:cNvPr>
          <p:cNvSpPr>
            <a:spLocks noGrp="1"/>
          </p:cNvSpPr>
          <p:nvPr/>
        </p:nvSpPr>
        <p:spPr>
          <a:xfrm>
            <a:off x="14464969" y="2579772"/>
            <a:ext cx="457200" cy="361950"/>
          </a:xfrm>
          <a:prstGeom prst="rect">
            <a:avLst/>
          </a:prstGeom>
          <a:solidFill>
            <a:srgbClr val="6594B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matrix-cell-3-4">
            <a:extLst>
              <a:ext uri="{FF2B5EF4-FFF2-40B4-BE49-F238E27FC236}">
                <a16:creationId xmlns:a16="http://schemas.microsoft.com/office/drawing/2014/main" id="{71219DC6-3038-CC88-E900-6902E26BEB14}"/>
              </a:ext>
            </a:extLst>
          </p:cNvPr>
          <p:cNvSpPr>
            <a:spLocks noGrp="1"/>
          </p:cNvSpPr>
          <p:nvPr/>
        </p:nvSpPr>
        <p:spPr>
          <a:xfrm>
            <a:off x="14922169" y="2579772"/>
            <a:ext cx="457200" cy="361950"/>
          </a:xfrm>
          <a:prstGeom prst="rect">
            <a:avLst/>
          </a:prstGeom>
          <a:solidFill>
            <a:srgbClr val="7BA4C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matrix-highlight">
            <a:extLst>
              <a:ext uri="{FF2B5EF4-FFF2-40B4-BE49-F238E27FC236}">
                <a16:creationId xmlns:a16="http://schemas.microsoft.com/office/drawing/2014/main" id="{CBC5F454-9FFF-8014-0B95-1D59DCC6CA8F}"/>
              </a:ext>
            </a:extLst>
          </p:cNvPr>
          <p:cNvSpPr>
            <a:spLocks noGrp="1"/>
          </p:cNvSpPr>
          <p:nvPr/>
        </p:nvSpPr>
        <p:spPr>
          <a:xfrm>
            <a:off x="14007769" y="2217822"/>
            <a:ext cx="457200" cy="361950"/>
          </a:xfrm>
          <a:prstGeom prst="rect">
            <a:avLst/>
          </a:prstGeom>
          <a:noFill/>
          <a:ln w="23813">
            <a:solidFill>
              <a:srgbClr val="E2A900"/>
            </a:solidFill>
            <a:prstDash val="solid"/>
          </a:ln>
        </p:spPr>
      </p:sp>
      <p:sp>
        <p:nvSpPr>
          <p:cNvPr id="121" name="matrix-cols">
            <a:extLst>
              <a:ext uri="{FF2B5EF4-FFF2-40B4-BE49-F238E27FC236}">
                <a16:creationId xmlns:a16="http://schemas.microsoft.com/office/drawing/2014/main" id="{F39F32FD-00D1-B098-2FB9-9FF354ADC46B}"/>
              </a:ext>
            </a:extLst>
          </p:cNvPr>
          <p:cNvSpPr>
            <a:spLocks noGrp="1"/>
          </p:cNvSpPr>
          <p:nvPr/>
        </p:nvSpPr>
        <p:spPr>
          <a:xfrm>
            <a:off x="12887325" y="1151022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75" b="1" i="0">
                <a:solidFill>
                  <a:srgbClr val="075129"/>
                </a:solidFill>
                <a:latin typeface="Arial"/>
                <a:ea typeface="Arial"/>
                <a:cs typeface="Arial"/>
              </a:defRPr>
            </a:pPr>
            <a:r>
              <a:rPr sz="1275" b="1" i="0" dirty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C_1      ...      </a:t>
            </a:r>
            <a:r>
              <a:rPr sz="1275" b="1" i="0" dirty="0" err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C_j</a:t>
            </a:r>
            <a:r>
              <a:rPr sz="1275" b="1" i="0" dirty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...      </a:t>
            </a:r>
            <a:r>
              <a:rPr sz="1275" b="1" i="0" dirty="0" err="1">
                <a:solidFill>
                  <a:srgbClr val="075129"/>
                </a:solidFill>
                <a:latin typeface="Arial"/>
                <a:ea typeface="Arial"/>
                <a:cs typeface="Arial"/>
              </a:rPr>
              <a:t>C_c</a:t>
            </a:r>
            <a:endParaRPr sz="1275" b="1" i="0" dirty="0">
              <a:solidFill>
                <a:srgbClr val="0751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matrix-rows">
            <a:extLst>
              <a:ext uri="{FF2B5EF4-FFF2-40B4-BE49-F238E27FC236}">
                <a16:creationId xmlns:a16="http://schemas.microsoft.com/office/drawing/2014/main" id="{5ACB02E4-FDB4-BD2C-0921-DA13C70B8D9E}"/>
              </a:ext>
            </a:extLst>
          </p:cNvPr>
          <p:cNvSpPr>
            <a:spLocks noGrp="1"/>
          </p:cNvSpPr>
          <p:nvPr/>
        </p:nvSpPr>
        <p:spPr>
          <a:xfrm>
            <a:off x="12579019" y="1417722"/>
            <a:ext cx="4572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 dirty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P_1</a:t>
            </a:r>
            <a:endParaRPr lang="en-US"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50000"/>
              </a:lnSpc>
            </a:pPr>
            <a:endParaRPr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 dirty="0" err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P_i</a:t>
            </a:r>
            <a:endParaRPr lang="en-US"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50000"/>
              </a:lnSpc>
            </a:pPr>
            <a:endParaRPr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 dirty="0" err="1">
                <a:solidFill>
                  <a:srgbClr val="1B5A95"/>
                </a:solidFill>
                <a:latin typeface="Arial"/>
                <a:ea typeface="Arial"/>
                <a:cs typeface="Arial"/>
              </a:rPr>
              <a:t>P_m</a:t>
            </a:r>
            <a:endParaRPr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rank-rule-bg">
            <a:extLst>
              <a:ext uri="{FF2B5EF4-FFF2-40B4-BE49-F238E27FC236}">
                <a16:creationId xmlns:a16="http://schemas.microsoft.com/office/drawing/2014/main" id="{6D494A0B-64CE-3A73-3ED2-0BC8C9D95F9E}"/>
              </a:ext>
            </a:extLst>
          </p:cNvPr>
          <p:cNvSpPr>
            <a:spLocks noGrp="1"/>
          </p:cNvSpPr>
          <p:nvPr/>
        </p:nvSpPr>
        <p:spPr>
          <a:xfrm>
            <a:off x="12525375" y="3390900"/>
            <a:ext cx="3143250" cy="342900"/>
          </a:xfrm>
          <a:prstGeom prst="roundRect">
            <a:avLst>
              <a:gd name="adj" fmla="val 22222"/>
            </a:avLst>
          </a:prstGeom>
          <a:solidFill>
            <a:srgbClr val="EDF4EE"/>
          </a:solidFill>
          <a:ln w="10478">
            <a:solidFill>
              <a:srgbClr val="0F7040"/>
            </a:solidFill>
            <a:prstDash val="solid"/>
          </a:ln>
        </p:spPr>
      </p:sp>
      <p:sp>
        <p:nvSpPr>
          <p:cNvPr id="124" name="rank-rule-text">
            <a:extLst>
              <a:ext uri="{FF2B5EF4-FFF2-40B4-BE49-F238E27FC236}">
                <a16:creationId xmlns:a16="http://schemas.microsoft.com/office/drawing/2014/main" id="{CDBE24DB-2295-A032-1992-BE0E2666BDD4}"/>
              </a:ext>
            </a:extLst>
          </p:cNvPr>
          <p:cNvSpPr>
            <a:spLocks noGrp="1"/>
          </p:cNvSpPr>
          <p:nvPr/>
        </p:nvSpPr>
        <p:spPr>
          <a:xfrm>
            <a:off x="12553950" y="340995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rank | latency/compute tie-break</a:t>
            </a:r>
          </a:p>
        </p:txBody>
      </p:sp>
      <p:sp>
        <p:nvSpPr>
          <p:cNvPr id="125" name="selected-config-bg">
            <a:extLst>
              <a:ext uri="{FF2B5EF4-FFF2-40B4-BE49-F238E27FC236}">
                <a16:creationId xmlns:a16="http://schemas.microsoft.com/office/drawing/2014/main" id="{A70B3AFE-816B-CE09-D839-B1F5493A0C28}"/>
              </a:ext>
            </a:extLst>
          </p:cNvPr>
          <p:cNvSpPr>
            <a:spLocks noGrp="1"/>
          </p:cNvSpPr>
          <p:nvPr/>
        </p:nvSpPr>
        <p:spPr>
          <a:xfrm>
            <a:off x="12382500" y="3848100"/>
            <a:ext cx="3429000" cy="666750"/>
          </a:xfrm>
          <a:prstGeom prst="roundRect">
            <a:avLst>
              <a:gd name="adj" fmla="val 20000"/>
            </a:avLst>
          </a:prstGeom>
          <a:solidFill>
            <a:srgbClr val="075129"/>
          </a:solidFill>
          <a:ln w="13335">
            <a:solidFill>
              <a:srgbClr val="0A3B2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6" name="selected-config-title">
            <a:extLst>
              <a:ext uri="{FF2B5EF4-FFF2-40B4-BE49-F238E27FC236}">
                <a16:creationId xmlns:a16="http://schemas.microsoft.com/office/drawing/2014/main" id="{DE7BAA74-C3E3-044E-FB31-14FEAD6DCEE3}"/>
              </a:ext>
            </a:extLst>
          </p:cNvPr>
          <p:cNvSpPr>
            <a:spLocks noGrp="1"/>
          </p:cNvSpPr>
          <p:nvPr/>
        </p:nvSpPr>
        <p:spPr>
          <a:xfrm>
            <a:off x="12458700" y="3924300"/>
            <a:ext cx="3276600" cy="3000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Selected P* + C*</a:t>
            </a:r>
          </a:p>
        </p:txBody>
      </p:sp>
      <p:sp>
        <p:nvSpPr>
          <p:cNvPr id="127" name="selected-config-subtitle">
            <a:extLst>
              <a:ext uri="{FF2B5EF4-FFF2-40B4-BE49-F238E27FC236}">
                <a16:creationId xmlns:a16="http://schemas.microsoft.com/office/drawing/2014/main" id="{223D5A4A-3C2E-6807-F281-DF0429D43FAB}"/>
              </a:ext>
            </a:extLst>
          </p:cNvPr>
          <p:cNvSpPr>
            <a:spLocks noGrp="1"/>
          </p:cNvSpPr>
          <p:nvPr/>
        </p:nvSpPr>
        <p:spPr>
          <a:xfrm>
            <a:off x="12458700" y="4161473"/>
            <a:ext cx="3276600" cy="2867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 dirty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parser + </a:t>
            </a:r>
            <a:r>
              <a:rPr sz="1200" b="0" i="0" dirty="0" err="1">
                <a:solidFill>
                  <a:srgbClr val="E4EDF3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0" i="0" dirty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configuration</a:t>
            </a:r>
          </a:p>
        </p:txBody>
      </p:sp>
      <p:sp>
        <p:nvSpPr>
          <p:cNvPr id="128" name="selected-p-output-bg">
            <a:extLst>
              <a:ext uri="{FF2B5EF4-FFF2-40B4-BE49-F238E27FC236}">
                <a16:creationId xmlns:a16="http://schemas.microsoft.com/office/drawing/2014/main" id="{34F9D1C7-F5FA-2B72-A6E5-7D7347CB6424}"/>
              </a:ext>
            </a:extLst>
          </p:cNvPr>
          <p:cNvSpPr>
            <a:spLocks noGrp="1"/>
          </p:cNvSpPr>
          <p:nvPr/>
        </p:nvSpPr>
        <p:spPr>
          <a:xfrm>
            <a:off x="12382500" y="4762500"/>
            <a:ext cx="10477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478">
            <a:solidFill>
              <a:srgbClr val="1763A0"/>
            </a:solidFill>
            <a:prstDash val="solid"/>
          </a:ln>
        </p:spPr>
      </p:sp>
      <p:sp>
        <p:nvSpPr>
          <p:cNvPr id="129" name="selected-p-output-text">
            <a:extLst>
              <a:ext uri="{FF2B5EF4-FFF2-40B4-BE49-F238E27FC236}">
                <a16:creationId xmlns:a16="http://schemas.microsoft.com/office/drawing/2014/main" id="{6E436E38-9B8B-8CF6-A26F-2FD3A95E409D}"/>
              </a:ext>
            </a:extLst>
          </p:cNvPr>
          <p:cNvSpPr>
            <a:spLocks noGrp="1"/>
          </p:cNvSpPr>
          <p:nvPr/>
        </p:nvSpPr>
        <p:spPr>
          <a:xfrm>
            <a:off x="12411075" y="4781550"/>
            <a:ext cx="990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P* output</a:t>
            </a:r>
          </a:p>
        </p:txBody>
      </p:sp>
      <p:sp>
        <p:nvSpPr>
          <p:cNvPr id="130" name="selected-c-chunks-bg">
            <a:extLst>
              <a:ext uri="{FF2B5EF4-FFF2-40B4-BE49-F238E27FC236}">
                <a16:creationId xmlns:a16="http://schemas.microsoft.com/office/drawing/2014/main" id="{25FEB8E3-255A-B546-1253-23B505367BE9}"/>
              </a:ext>
            </a:extLst>
          </p:cNvPr>
          <p:cNvSpPr>
            <a:spLocks noGrp="1"/>
          </p:cNvSpPr>
          <p:nvPr/>
        </p:nvSpPr>
        <p:spPr>
          <a:xfrm>
            <a:off x="13573125" y="4762500"/>
            <a:ext cx="10477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478">
            <a:solidFill>
              <a:srgbClr val="1763A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1" name="selected-c-chunks-text">
            <a:extLst>
              <a:ext uri="{FF2B5EF4-FFF2-40B4-BE49-F238E27FC236}">
                <a16:creationId xmlns:a16="http://schemas.microsoft.com/office/drawing/2014/main" id="{DF362177-1D61-476E-CDE5-9E29180BDFF0}"/>
              </a:ext>
            </a:extLst>
          </p:cNvPr>
          <p:cNvSpPr>
            <a:spLocks noGrp="1"/>
          </p:cNvSpPr>
          <p:nvPr/>
        </p:nvSpPr>
        <p:spPr>
          <a:xfrm>
            <a:off x="13601700" y="4781550"/>
            <a:ext cx="990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C* chunks</a:t>
            </a:r>
          </a:p>
        </p:txBody>
      </p:sp>
      <p:sp>
        <p:nvSpPr>
          <p:cNvPr id="132" name="reference-fields-bg">
            <a:extLst>
              <a:ext uri="{FF2B5EF4-FFF2-40B4-BE49-F238E27FC236}">
                <a16:creationId xmlns:a16="http://schemas.microsoft.com/office/drawing/2014/main" id="{DBA6793E-59DC-5DF6-B6F8-6E6D62237AB5}"/>
              </a:ext>
            </a:extLst>
          </p:cNvPr>
          <p:cNvSpPr>
            <a:spLocks noGrp="1"/>
          </p:cNvSpPr>
          <p:nvPr/>
        </p:nvSpPr>
        <p:spPr>
          <a:xfrm>
            <a:off x="14763750" y="4762500"/>
            <a:ext cx="10477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478">
            <a:solidFill>
              <a:srgbClr val="1763A0"/>
            </a:solidFill>
            <a:prstDash val="solid"/>
          </a:ln>
        </p:spPr>
      </p:sp>
      <p:sp>
        <p:nvSpPr>
          <p:cNvPr id="133" name="reference-fields-text">
            <a:extLst>
              <a:ext uri="{FF2B5EF4-FFF2-40B4-BE49-F238E27FC236}">
                <a16:creationId xmlns:a16="http://schemas.microsoft.com/office/drawing/2014/main" id="{93066A2F-47E3-9602-B9D4-8DC22FF0A13C}"/>
              </a:ext>
            </a:extLst>
          </p:cNvPr>
          <p:cNvSpPr>
            <a:spLocks noGrp="1"/>
          </p:cNvSpPr>
          <p:nvPr/>
        </p:nvSpPr>
        <p:spPr>
          <a:xfrm>
            <a:off x="14792325" y="4781550"/>
            <a:ext cx="990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8380" lnSpcReduction="10000"/>
          </a:bodyPr>
          <a:lstStyle/>
          <a:p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Ref. page</a:t>
            </a:r>
          </a:p>
          <a:p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+ span</a:t>
            </a:r>
          </a:p>
        </p:txBody>
      </p:sp>
      <p:sp>
        <p:nvSpPr>
          <p:cNvPr id="134" name="coverage-bg">
            <a:extLst>
              <a:ext uri="{FF2B5EF4-FFF2-40B4-BE49-F238E27FC236}">
                <a16:creationId xmlns:a16="http://schemas.microsoft.com/office/drawing/2014/main" id="{FE91110C-DA24-7364-1964-991BDEAC8B61}"/>
              </a:ext>
            </a:extLst>
          </p:cNvPr>
          <p:cNvSpPr>
            <a:spLocks noGrp="1"/>
          </p:cNvSpPr>
          <p:nvPr/>
        </p:nvSpPr>
        <p:spPr>
          <a:xfrm>
            <a:off x="12592050" y="5295900"/>
            <a:ext cx="3009900" cy="609600"/>
          </a:xfrm>
          <a:prstGeom prst="roundRect">
            <a:avLst>
              <a:gd name="adj" fmla="val 21875"/>
            </a:avLst>
          </a:prstGeom>
          <a:solidFill>
            <a:srgbClr val="082B45"/>
          </a:solidFill>
          <a:ln w="13335">
            <a:solidFill>
              <a:srgbClr val="061D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5" name="coverage-title">
            <a:extLst>
              <a:ext uri="{FF2B5EF4-FFF2-40B4-BE49-F238E27FC236}">
                <a16:creationId xmlns:a16="http://schemas.microsoft.com/office/drawing/2014/main" id="{A76D5A6C-68FB-3302-18FC-B99BD7B82D60}"/>
              </a:ext>
            </a:extLst>
          </p:cNvPr>
          <p:cNvSpPr>
            <a:spLocks noGrp="1"/>
          </p:cNvSpPr>
          <p:nvPr/>
        </p:nvSpPr>
        <p:spPr>
          <a:xfrm>
            <a:off x="12668250" y="5372100"/>
            <a:ext cx="28575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Coverage diagnostic</a:t>
            </a:r>
          </a:p>
        </p:txBody>
      </p:sp>
      <p:sp>
        <p:nvSpPr>
          <p:cNvPr id="136" name="coverage-subtitle">
            <a:extLst>
              <a:ext uri="{FF2B5EF4-FFF2-40B4-BE49-F238E27FC236}">
                <a16:creationId xmlns:a16="http://schemas.microsoft.com/office/drawing/2014/main" id="{8EAC023E-4AA5-09EC-CA43-FAC57AC8212E}"/>
              </a:ext>
            </a:extLst>
          </p:cNvPr>
          <p:cNvSpPr>
            <a:spLocks noGrp="1"/>
          </p:cNvSpPr>
          <p:nvPr/>
        </p:nvSpPr>
        <p:spPr>
          <a:xfrm>
            <a:off x="12668250" y="5582412"/>
            <a:ext cx="2857500" cy="262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12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125" b="0" i="0" dirty="0">
                <a:solidFill>
                  <a:srgbClr val="E4EDF3"/>
                </a:solidFill>
                <a:latin typeface="Arial"/>
                <a:ea typeface="Arial"/>
                <a:cs typeface="Arial"/>
              </a:rPr>
              <a:t>retriever-free exact-span check</a:t>
            </a:r>
          </a:p>
        </p:txBody>
      </p:sp>
      <p:sp>
        <p:nvSpPr>
          <p:cNvPr id="137" name="contribution-c2-bg">
            <a:extLst>
              <a:ext uri="{FF2B5EF4-FFF2-40B4-BE49-F238E27FC236}">
                <a16:creationId xmlns:a16="http://schemas.microsoft.com/office/drawing/2014/main" id="{3AB43F8A-C6D0-FA59-DB70-FE15DA6A314F}"/>
              </a:ext>
            </a:extLst>
          </p:cNvPr>
          <p:cNvSpPr>
            <a:spLocks noGrp="1"/>
          </p:cNvSpPr>
          <p:nvPr/>
        </p:nvSpPr>
        <p:spPr>
          <a:xfrm>
            <a:off x="15367318" y="524065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4C968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8" name="contribution-c2-text">
            <a:extLst>
              <a:ext uri="{FF2B5EF4-FFF2-40B4-BE49-F238E27FC236}">
                <a16:creationId xmlns:a16="http://schemas.microsoft.com/office/drawing/2014/main" id="{D1898C65-7459-718B-0D80-865F71A4ADCA}"/>
              </a:ext>
            </a:extLst>
          </p:cNvPr>
          <p:cNvSpPr>
            <a:spLocks noGrp="1"/>
          </p:cNvSpPr>
          <p:nvPr/>
        </p:nvSpPr>
        <p:spPr>
          <a:xfrm>
            <a:off x="15386368" y="5259705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139" name="outcome-absent-bg">
            <a:extLst>
              <a:ext uri="{FF2B5EF4-FFF2-40B4-BE49-F238E27FC236}">
                <a16:creationId xmlns:a16="http://schemas.microsoft.com/office/drawing/2014/main" id="{CC29913B-2A9F-D309-B76C-FB7FC4C61760}"/>
              </a:ext>
            </a:extLst>
          </p:cNvPr>
          <p:cNvSpPr>
            <a:spLocks noGrp="1"/>
          </p:cNvSpPr>
          <p:nvPr/>
        </p:nvSpPr>
        <p:spPr>
          <a:xfrm>
            <a:off x="12382500" y="6153150"/>
            <a:ext cx="1066800" cy="666750"/>
          </a:xfrm>
          <a:prstGeom prst="roundRect">
            <a:avLst>
              <a:gd name="adj" fmla="val 20000"/>
            </a:avLst>
          </a:prstGeom>
          <a:solidFill>
            <a:srgbClr val="FFF2E3"/>
          </a:solidFill>
          <a:ln w="13335">
            <a:solidFill>
              <a:srgbClr val="D06D13"/>
            </a:solidFill>
            <a:prstDash val="solid"/>
          </a:ln>
        </p:spPr>
      </p:sp>
      <p:sp>
        <p:nvSpPr>
          <p:cNvPr id="140" name="outcome-absent-title">
            <a:extLst>
              <a:ext uri="{FF2B5EF4-FFF2-40B4-BE49-F238E27FC236}">
                <a16:creationId xmlns:a16="http://schemas.microsoft.com/office/drawing/2014/main" id="{3BE14D58-CCED-DA0A-D64D-48DADEC8148B}"/>
              </a:ext>
            </a:extLst>
          </p:cNvPr>
          <p:cNvSpPr>
            <a:spLocks noGrp="1"/>
          </p:cNvSpPr>
          <p:nvPr/>
        </p:nvSpPr>
        <p:spPr>
          <a:xfrm>
            <a:off x="12458700" y="6229350"/>
            <a:ext cx="914400" cy="3000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41" name="outcome-absent-subtitle">
            <a:extLst>
              <a:ext uri="{FF2B5EF4-FFF2-40B4-BE49-F238E27FC236}">
                <a16:creationId xmlns:a16="http://schemas.microsoft.com/office/drawing/2014/main" id="{A9271BE0-5D2A-D2B8-744B-BD71A20420CD}"/>
              </a:ext>
            </a:extLst>
          </p:cNvPr>
          <p:cNvSpPr>
            <a:spLocks noGrp="1"/>
          </p:cNvSpPr>
          <p:nvPr/>
        </p:nvSpPr>
        <p:spPr>
          <a:xfrm>
            <a:off x="12458700" y="6466523"/>
            <a:ext cx="914400" cy="2867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9664" lnSpcReduction="10000"/>
          </a:bodyPr>
          <a:lstStyle/>
          <a:p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no match</a:t>
            </a:r>
          </a:p>
          <a:p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 output</a:t>
            </a:r>
          </a:p>
        </p:txBody>
      </p:sp>
      <p:sp>
        <p:nvSpPr>
          <p:cNvPr id="142" name="outcome-covered-bg">
            <a:extLst>
              <a:ext uri="{FF2B5EF4-FFF2-40B4-BE49-F238E27FC236}">
                <a16:creationId xmlns:a16="http://schemas.microsoft.com/office/drawing/2014/main" id="{BB37463F-F3E5-1CA3-0B20-293B86DEF870}"/>
              </a:ext>
            </a:extLst>
          </p:cNvPr>
          <p:cNvSpPr>
            <a:spLocks noGrp="1"/>
          </p:cNvSpPr>
          <p:nvPr/>
        </p:nvSpPr>
        <p:spPr>
          <a:xfrm>
            <a:off x="13563600" y="6153150"/>
            <a:ext cx="1066800" cy="666750"/>
          </a:xfrm>
          <a:prstGeom prst="roundRect">
            <a:avLst>
              <a:gd name="adj" fmla="val 20000"/>
            </a:avLst>
          </a:prstGeom>
          <a:solidFill>
            <a:srgbClr val="E8F2E8"/>
          </a:solidFill>
          <a:ln w="13335">
            <a:solidFill>
              <a:srgbClr val="4F7E45"/>
            </a:solidFill>
            <a:prstDash val="solid"/>
          </a:ln>
        </p:spPr>
      </p:sp>
      <p:sp>
        <p:nvSpPr>
          <p:cNvPr id="143" name="outcome-covered-title">
            <a:extLst>
              <a:ext uri="{FF2B5EF4-FFF2-40B4-BE49-F238E27FC236}">
                <a16:creationId xmlns:a16="http://schemas.microsoft.com/office/drawing/2014/main" id="{5D5F7820-8D5A-B725-1C11-5185D8D2C70D}"/>
              </a:ext>
            </a:extLst>
          </p:cNvPr>
          <p:cNvSpPr>
            <a:spLocks noGrp="1"/>
          </p:cNvSpPr>
          <p:nvPr/>
        </p:nvSpPr>
        <p:spPr>
          <a:xfrm>
            <a:off x="13639800" y="6229350"/>
            <a:ext cx="914400" cy="3000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Covered</a:t>
            </a:r>
          </a:p>
        </p:txBody>
      </p:sp>
      <p:sp>
        <p:nvSpPr>
          <p:cNvPr id="144" name="outcome-covered-subtitle">
            <a:extLst>
              <a:ext uri="{FF2B5EF4-FFF2-40B4-BE49-F238E27FC236}">
                <a16:creationId xmlns:a16="http://schemas.microsoft.com/office/drawing/2014/main" id="{63C58F63-A423-EB70-226A-397172AB5E22}"/>
              </a:ext>
            </a:extLst>
          </p:cNvPr>
          <p:cNvSpPr>
            <a:spLocks noGrp="1"/>
          </p:cNvSpPr>
          <p:nvPr/>
        </p:nvSpPr>
        <p:spPr>
          <a:xfrm>
            <a:off x="13639800" y="6466523"/>
            <a:ext cx="914400" cy="2867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125" b="0" i="0">
                <a:solidFill>
                  <a:srgbClr val="28442C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442C"/>
                </a:solidFill>
                <a:latin typeface="Arial"/>
                <a:ea typeface="Arial"/>
                <a:cs typeface="Arial"/>
              </a:rPr>
              <a:t>one chunk</a:t>
            </a:r>
          </a:p>
        </p:txBody>
      </p:sp>
      <p:sp>
        <p:nvSpPr>
          <p:cNvPr id="145" name="outcome-split-bg">
            <a:extLst>
              <a:ext uri="{FF2B5EF4-FFF2-40B4-BE49-F238E27FC236}">
                <a16:creationId xmlns:a16="http://schemas.microsoft.com/office/drawing/2014/main" id="{7D240057-D67F-C6F7-588E-23E26F838C4D}"/>
              </a:ext>
            </a:extLst>
          </p:cNvPr>
          <p:cNvSpPr>
            <a:spLocks noGrp="1"/>
          </p:cNvSpPr>
          <p:nvPr/>
        </p:nvSpPr>
        <p:spPr>
          <a:xfrm>
            <a:off x="14744700" y="6153150"/>
            <a:ext cx="1066800" cy="666750"/>
          </a:xfrm>
          <a:prstGeom prst="roundRect">
            <a:avLst>
              <a:gd name="adj" fmla="val 20000"/>
            </a:avLst>
          </a:prstGeom>
          <a:solidFill>
            <a:srgbClr val="E7F3F3"/>
          </a:solidFill>
          <a:ln w="13335">
            <a:solidFill>
              <a:srgbClr val="167D7D"/>
            </a:solidFill>
            <a:prstDash val="solid"/>
          </a:ln>
        </p:spPr>
      </p:sp>
      <p:sp>
        <p:nvSpPr>
          <p:cNvPr id="146" name="outcome-split-title">
            <a:extLst>
              <a:ext uri="{FF2B5EF4-FFF2-40B4-BE49-F238E27FC236}">
                <a16:creationId xmlns:a16="http://schemas.microsoft.com/office/drawing/2014/main" id="{01DEF7CD-300E-E076-DCA0-842703A6C9B2}"/>
              </a:ext>
            </a:extLst>
          </p:cNvPr>
          <p:cNvSpPr>
            <a:spLocks noGrp="1"/>
          </p:cNvSpPr>
          <p:nvPr/>
        </p:nvSpPr>
        <p:spPr>
          <a:xfrm>
            <a:off x="14820900" y="6229350"/>
            <a:ext cx="914400" cy="3000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Split</a:t>
            </a:r>
          </a:p>
        </p:txBody>
      </p:sp>
      <p:sp>
        <p:nvSpPr>
          <p:cNvPr id="147" name="outcome-split-subtitle">
            <a:extLst>
              <a:ext uri="{FF2B5EF4-FFF2-40B4-BE49-F238E27FC236}">
                <a16:creationId xmlns:a16="http://schemas.microsoft.com/office/drawing/2014/main" id="{8EC18039-B207-A534-5B4F-42697D0B1448}"/>
              </a:ext>
            </a:extLst>
          </p:cNvPr>
          <p:cNvSpPr>
            <a:spLocks noGrp="1"/>
          </p:cNvSpPr>
          <p:nvPr/>
        </p:nvSpPr>
        <p:spPr>
          <a:xfrm>
            <a:off x="14820900" y="6466523"/>
            <a:ext cx="914400" cy="2867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9063"/>
          </a:bodyPr>
          <a:lstStyle/>
          <a:p>
            <a:pPr algn="ctr">
              <a:lnSpc>
                <a:spcPct val="95000"/>
              </a:lnSpc>
              <a:buNone/>
              <a:defRPr sz="1125" b="0" i="0">
                <a:solidFill>
                  <a:srgbClr val="285C5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5C59"/>
                </a:solidFill>
                <a:latin typeface="Arial"/>
                <a:ea typeface="Arial"/>
                <a:cs typeface="Arial"/>
              </a:rPr>
              <a:t>across chunks</a:t>
            </a:r>
          </a:p>
        </p:txBody>
      </p:sp>
      <p:sp>
        <p:nvSpPr>
          <p:cNvPr id="148" name="action-inspect-bg">
            <a:extLst>
              <a:ext uri="{FF2B5EF4-FFF2-40B4-BE49-F238E27FC236}">
                <a16:creationId xmlns:a16="http://schemas.microsoft.com/office/drawing/2014/main" id="{5445DBEE-5A3E-4843-8D25-F3E88032B3FD}"/>
              </a:ext>
            </a:extLst>
          </p:cNvPr>
          <p:cNvSpPr>
            <a:spLocks noGrp="1"/>
          </p:cNvSpPr>
          <p:nvPr/>
        </p:nvSpPr>
        <p:spPr>
          <a:xfrm>
            <a:off x="12382500" y="6972300"/>
            <a:ext cx="1066800" cy="552450"/>
          </a:xfrm>
          <a:prstGeom prst="roundRect">
            <a:avLst>
              <a:gd name="adj" fmla="val 24138"/>
            </a:avLst>
          </a:prstGeom>
          <a:solidFill>
            <a:srgbClr val="FFF2E3"/>
          </a:solidFill>
          <a:ln w="13335">
            <a:solidFill>
              <a:srgbClr val="D06D13"/>
            </a:solidFill>
            <a:prstDash val="solid"/>
          </a:ln>
        </p:spPr>
      </p:sp>
      <p:sp>
        <p:nvSpPr>
          <p:cNvPr id="149" name="action-inspect-title">
            <a:extLst>
              <a:ext uri="{FF2B5EF4-FFF2-40B4-BE49-F238E27FC236}">
                <a16:creationId xmlns:a16="http://schemas.microsoft.com/office/drawing/2014/main" id="{2C1A5420-DC5A-68F5-E563-8B5443376D9C}"/>
              </a:ext>
            </a:extLst>
          </p:cNvPr>
          <p:cNvSpPr>
            <a:spLocks noGrp="1"/>
          </p:cNvSpPr>
          <p:nvPr/>
        </p:nvSpPr>
        <p:spPr>
          <a:xfrm>
            <a:off x="12458700" y="7029450"/>
            <a:ext cx="914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Inspect /</a:t>
            </a:r>
          </a:p>
          <a:p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switch P</a:t>
            </a:r>
          </a:p>
        </p:txBody>
      </p:sp>
      <p:sp>
        <p:nvSpPr>
          <p:cNvPr id="150" name="action-proceed-bg">
            <a:extLst>
              <a:ext uri="{FF2B5EF4-FFF2-40B4-BE49-F238E27FC236}">
                <a16:creationId xmlns:a16="http://schemas.microsoft.com/office/drawing/2014/main" id="{8B3C5C5E-9F7D-4D6F-B04D-BD1C8C34268D}"/>
              </a:ext>
            </a:extLst>
          </p:cNvPr>
          <p:cNvSpPr>
            <a:spLocks noGrp="1"/>
          </p:cNvSpPr>
          <p:nvPr/>
        </p:nvSpPr>
        <p:spPr>
          <a:xfrm>
            <a:off x="13563600" y="6972300"/>
            <a:ext cx="1066800" cy="552450"/>
          </a:xfrm>
          <a:prstGeom prst="roundRect">
            <a:avLst>
              <a:gd name="adj" fmla="val 24138"/>
            </a:avLst>
          </a:prstGeom>
          <a:solidFill>
            <a:srgbClr val="E8F2E8"/>
          </a:solidFill>
          <a:ln w="13335">
            <a:solidFill>
              <a:srgbClr val="4F7E45"/>
            </a:solidFill>
            <a:prstDash val="solid"/>
          </a:ln>
        </p:spPr>
      </p:sp>
      <p:sp>
        <p:nvSpPr>
          <p:cNvPr id="151" name="action-proceed-title">
            <a:extLst>
              <a:ext uri="{FF2B5EF4-FFF2-40B4-BE49-F238E27FC236}">
                <a16:creationId xmlns:a16="http://schemas.microsoft.com/office/drawing/2014/main" id="{FD8E1B83-E128-23F6-0AEA-26352B35C063}"/>
              </a:ext>
            </a:extLst>
          </p:cNvPr>
          <p:cNvSpPr>
            <a:spLocks noGrp="1"/>
          </p:cNvSpPr>
          <p:nvPr/>
        </p:nvSpPr>
        <p:spPr>
          <a:xfrm>
            <a:off x="13639800" y="7029450"/>
            <a:ext cx="914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Proceed</a:t>
            </a:r>
          </a:p>
        </p:txBody>
      </p:sp>
      <p:sp>
        <p:nvSpPr>
          <p:cNvPr id="152" name="action-rechunk-bg">
            <a:extLst>
              <a:ext uri="{FF2B5EF4-FFF2-40B4-BE49-F238E27FC236}">
                <a16:creationId xmlns:a16="http://schemas.microsoft.com/office/drawing/2014/main" id="{200795E6-5002-A074-0223-F39511A0A252}"/>
              </a:ext>
            </a:extLst>
          </p:cNvPr>
          <p:cNvSpPr>
            <a:spLocks noGrp="1"/>
          </p:cNvSpPr>
          <p:nvPr/>
        </p:nvSpPr>
        <p:spPr>
          <a:xfrm>
            <a:off x="14744700" y="6972300"/>
            <a:ext cx="1066800" cy="552450"/>
          </a:xfrm>
          <a:prstGeom prst="roundRect">
            <a:avLst>
              <a:gd name="adj" fmla="val 24138"/>
            </a:avLst>
          </a:prstGeom>
          <a:solidFill>
            <a:srgbClr val="E7F3F3"/>
          </a:solidFill>
          <a:ln w="13335">
            <a:solidFill>
              <a:srgbClr val="167D7D"/>
            </a:solidFill>
            <a:prstDash val="solid"/>
          </a:ln>
        </p:spPr>
      </p:sp>
      <p:sp>
        <p:nvSpPr>
          <p:cNvPr id="153" name="action-rechunk-title">
            <a:extLst>
              <a:ext uri="{FF2B5EF4-FFF2-40B4-BE49-F238E27FC236}">
                <a16:creationId xmlns:a16="http://schemas.microsoft.com/office/drawing/2014/main" id="{D6AE6973-4CD8-206B-017E-A48AB01819FA}"/>
              </a:ext>
            </a:extLst>
          </p:cNvPr>
          <p:cNvSpPr>
            <a:spLocks noGrp="1"/>
          </p:cNvSpPr>
          <p:nvPr/>
        </p:nvSpPr>
        <p:spPr>
          <a:xfrm>
            <a:off x="14820900" y="7029450"/>
            <a:ext cx="914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Overlap /</a:t>
            </a:r>
          </a:p>
          <a:p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rechunk</a:t>
            </a:r>
          </a:p>
        </p:txBody>
      </p:sp>
      <p:sp>
        <p:nvSpPr>
          <p:cNvPr id="154" name="optional-training-bg">
            <a:extLst>
              <a:ext uri="{FF2B5EF4-FFF2-40B4-BE49-F238E27FC236}">
                <a16:creationId xmlns:a16="http://schemas.microsoft.com/office/drawing/2014/main" id="{6D4E1077-52AD-0C7A-CC21-3778EA3878E2}"/>
              </a:ext>
            </a:extLst>
          </p:cNvPr>
          <p:cNvSpPr>
            <a:spLocks noGrp="1"/>
          </p:cNvSpPr>
          <p:nvPr/>
        </p:nvSpPr>
        <p:spPr>
          <a:xfrm>
            <a:off x="12252163" y="7737912"/>
            <a:ext cx="1333500" cy="514350"/>
          </a:xfrm>
          <a:prstGeom prst="roundRect">
            <a:avLst>
              <a:gd name="adj" fmla="val 25926"/>
            </a:avLst>
          </a:prstGeom>
          <a:solidFill>
            <a:srgbClr val="FBFBFB"/>
          </a:solidFill>
          <a:ln w="13335">
            <a:solidFill>
              <a:srgbClr val="7F898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5" name="optional-training-title">
            <a:extLst>
              <a:ext uri="{FF2B5EF4-FFF2-40B4-BE49-F238E27FC236}">
                <a16:creationId xmlns:a16="http://schemas.microsoft.com/office/drawing/2014/main" id="{D6E7FB34-2411-3AB5-4E82-372D5F97CDB6}"/>
              </a:ext>
            </a:extLst>
          </p:cNvPr>
          <p:cNvSpPr>
            <a:spLocks noGrp="1"/>
          </p:cNvSpPr>
          <p:nvPr/>
        </p:nvSpPr>
        <p:spPr>
          <a:xfrm>
            <a:off x="12335983" y="7795062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Parser training</a:t>
            </a:r>
          </a:p>
          <a:p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(optional)</a:t>
            </a:r>
          </a:p>
        </p:txBody>
      </p:sp>
      <p:sp>
        <p:nvSpPr>
          <p:cNvPr id="156" name="contribution-c4-bg">
            <a:extLst>
              <a:ext uri="{FF2B5EF4-FFF2-40B4-BE49-F238E27FC236}">
                <a16:creationId xmlns:a16="http://schemas.microsoft.com/office/drawing/2014/main" id="{94D0EB4D-27B5-F0FD-57DD-42F84A235B61}"/>
              </a:ext>
            </a:extLst>
          </p:cNvPr>
          <p:cNvSpPr>
            <a:spLocks noGrp="1"/>
          </p:cNvSpPr>
          <p:nvPr/>
        </p:nvSpPr>
        <p:spPr>
          <a:xfrm>
            <a:off x="13488353" y="758767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4C968"/>
          </a:solidFill>
          <a:ln w="13335">
            <a:solidFill>
              <a:srgbClr val="A36B0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contribution-c4-text">
            <a:extLst>
              <a:ext uri="{FF2B5EF4-FFF2-40B4-BE49-F238E27FC236}">
                <a16:creationId xmlns:a16="http://schemas.microsoft.com/office/drawing/2014/main" id="{5D6542B0-3F81-FBA1-6E9F-4E80C3D19700}"/>
              </a:ext>
            </a:extLst>
          </p:cNvPr>
          <p:cNvSpPr>
            <a:spLocks noGrp="1"/>
          </p:cNvSpPr>
          <p:nvPr/>
        </p:nvSpPr>
        <p:spPr>
          <a:xfrm>
            <a:off x="13507403" y="760672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158" name="deploy-bg">
            <a:extLst>
              <a:ext uri="{FF2B5EF4-FFF2-40B4-BE49-F238E27FC236}">
                <a16:creationId xmlns:a16="http://schemas.microsoft.com/office/drawing/2014/main" id="{2FE73F49-0343-EA8B-185B-2627AA768088}"/>
              </a:ext>
            </a:extLst>
          </p:cNvPr>
          <p:cNvSpPr>
            <a:spLocks noGrp="1"/>
          </p:cNvSpPr>
          <p:nvPr/>
        </p:nvSpPr>
        <p:spPr>
          <a:xfrm>
            <a:off x="12382500" y="8439150"/>
            <a:ext cx="3429000" cy="342900"/>
          </a:xfrm>
          <a:prstGeom prst="roundRect">
            <a:avLst>
              <a:gd name="adj" fmla="val 38889"/>
            </a:avLst>
          </a:prstGeom>
          <a:solidFill>
            <a:srgbClr val="075129"/>
          </a:solidFill>
          <a:ln w="13335">
            <a:solidFill>
              <a:srgbClr val="0A3B2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9" name="deploy-title">
            <a:extLst>
              <a:ext uri="{FF2B5EF4-FFF2-40B4-BE49-F238E27FC236}">
                <a16:creationId xmlns:a16="http://schemas.microsoft.com/office/drawing/2014/main" id="{08C27546-7458-74A5-55C9-71254D34E1C3}"/>
              </a:ext>
            </a:extLst>
          </p:cNvPr>
          <p:cNvSpPr>
            <a:spLocks noGrp="1"/>
          </p:cNvSpPr>
          <p:nvPr/>
        </p:nvSpPr>
        <p:spPr>
          <a:xfrm>
            <a:off x="12458700" y="8496300"/>
            <a:ext cx="3276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Deploy final P* + C*</a:t>
            </a:r>
          </a:p>
        </p:txBody>
      </p:sp>
      <p:sp>
        <p:nvSpPr>
          <p:cNvPr id="160" name="pdf-to-parser-anchor-0">
            <a:extLst>
              <a:ext uri="{FF2B5EF4-FFF2-40B4-BE49-F238E27FC236}">
                <a16:creationId xmlns:a16="http://schemas.microsoft.com/office/drawing/2014/main" id="{CE8407B4-7331-B181-D2E7-5399B1C4498E}"/>
              </a:ext>
            </a:extLst>
          </p:cNvPr>
          <p:cNvSpPr>
            <a:spLocks noGrp="1"/>
          </p:cNvSpPr>
          <p:nvPr/>
        </p:nvSpPr>
        <p:spPr>
          <a:xfrm>
            <a:off x="2295525" y="13620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61" name="pdf-to-parser-anchor-1">
            <a:extLst>
              <a:ext uri="{FF2B5EF4-FFF2-40B4-BE49-F238E27FC236}">
                <a16:creationId xmlns:a16="http://schemas.microsoft.com/office/drawing/2014/main" id="{E3B3B749-BEBC-2E25-5337-186F0A3EA057}"/>
              </a:ext>
            </a:extLst>
          </p:cNvPr>
          <p:cNvSpPr>
            <a:spLocks noGrp="1"/>
          </p:cNvSpPr>
          <p:nvPr/>
        </p:nvSpPr>
        <p:spPr>
          <a:xfrm>
            <a:off x="3419475" y="13620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829" name="직선 화살표 연결선 828">
            <a:extLst>
              <a:ext uri="{FF2B5EF4-FFF2-40B4-BE49-F238E27FC236}">
                <a16:creationId xmlns:a16="http://schemas.microsoft.com/office/drawing/2014/main" id="{22680BF3-C7EB-3475-6DE9-6CE26860D7E7}"/>
              </a:ext>
            </a:extLst>
          </p:cNvPr>
          <p:cNvCxnSpPr>
            <a:stCxn id="160" idx="3"/>
            <a:endCxn id="161" idx="1"/>
          </p:cNvCxnSpPr>
          <p:nvPr/>
        </p:nvCxnSpPr>
        <p:spPr>
          <a:xfrm>
            <a:off x="2314575" y="1371600"/>
            <a:ext cx="1104900" cy="0"/>
          </a:xfrm>
          <a:prstGeom prst="straightConnector1">
            <a:avLst/>
          </a:prstGeom>
          <a:ln w="20955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30" name="직선 화살표 연결선 829">
            <a:extLst>
              <a:ext uri="{FF2B5EF4-FFF2-40B4-BE49-F238E27FC236}">
                <a16:creationId xmlns:a16="http://schemas.microsoft.com/office/drawing/2014/main" id="{9697FE22-2EBC-1AD8-FCC9-597585C62290}"/>
              </a:ext>
            </a:extLst>
          </p:cNvPr>
          <p:cNvCxnSpPr>
            <a:stCxn id="30" idx="2"/>
            <a:endCxn id="33" idx="0"/>
          </p:cNvCxnSpPr>
          <p:nvPr/>
        </p:nvCxnSpPr>
        <p:spPr>
          <a:xfrm>
            <a:off x="4595813" y="1790700"/>
            <a:ext cx="0" cy="323850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31" name="직선 화살표 연결선 830">
            <a:extLst>
              <a:ext uri="{FF2B5EF4-FFF2-40B4-BE49-F238E27FC236}">
                <a16:creationId xmlns:a16="http://schemas.microsoft.com/office/drawing/2014/main" id="{D44ABCF1-5B91-17B0-5CF1-DD318EBD09A5}"/>
              </a:ext>
            </a:extLst>
          </p:cNvPr>
          <p:cNvCxnSpPr>
            <a:stCxn id="33" idx="2"/>
            <a:endCxn id="35" idx="0"/>
          </p:cNvCxnSpPr>
          <p:nvPr/>
        </p:nvCxnSpPr>
        <p:spPr>
          <a:xfrm>
            <a:off x="4595813" y="2819400"/>
            <a:ext cx="0" cy="342900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32" name="직선 화살표 연결선 831">
            <a:extLst>
              <a:ext uri="{FF2B5EF4-FFF2-40B4-BE49-F238E27FC236}">
                <a16:creationId xmlns:a16="http://schemas.microsoft.com/office/drawing/2014/main" id="{DACD3F17-EC7F-0082-8228-997E20EEF23A}"/>
              </a:ext>
            </a:extLst>
          </p:cNvPr>
          <p:cNvCxnSpPr>
            <a:stCxn id="35" idx="2"/>
            <a:endCxn id="38" idx="0"/>
          </p:cNvCxnSpPr>
          <p:nvPr/>
        </p:nvCxnSpPr>
        <p:spPr>
          <a:xfrm>
            <a:off x="4595813" y="3962400"/>
            <a:ext cx="0" cy="304800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33" name="직선 화살표 연결선 832">
            <a:extLst>
              <a:ext uri="{FF2B5EF4-FFF2-40B4-BE49-F238E27FC236}">
                <a16:creationId xmlns:a16="http://schemas.microsoft.com/office/drawing/2014/main" id="{053E59F3-08D7-524F-D59F-C3B7B46E0FBB}"/>
              </a:ext>
            </a:extLst>
          </p:cNvPr>
          <p:cNvCxnSpPr>
            <a:stCxn id="38" idx="2"/>
            <a:endCxn id="40" idx="0"/>
          </p:cNvCxnSpPr>
          <p:nvPr/>
        </p:nvCxnSpPr>
        <p:spPr>
          <a:xfrm>
            <a:off x="4595813" y="4667250"/>
            <a:ext cx="0" cy="428625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34" name="직선 화살표 연결선 833">
            <a:extLst>
              <a:ext uri="{FF2B5EF4-FFF2-40B4-BE49-F238E27FC236}">
                <a16:creationId xmlns:a16="http://schemas.microsoft.com/office/drawing/2014/main" id="{AFE7A3B0-4E55-C09D-5EFD-BE039197BC60}"/>
              </a:ext>
            </a:extLst>
          </p:cNvPr>
          <p:cNvCxnSpPr>
            <a:stCxn id="40" idx="2"/>
            <a:endCxn id="43" idx="0"/>
          </p:cNvCxnSpPr>
          <p:nvPr/>
        </p:nvCxnSpPr>
        <p:spPr>
          <a:xfrm>
            <a:off x="4595813" y="6010275"/>
            <a:ext cx="0" cy="657225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72" name="index-to-search-anchor-0">
            <a:extLst>
              <a:ext uri="{FF2B5EF4-FFF2-40B4-BE49-F238E27FC236}">
                <a16:creationId xmlns:a16="http://schemas.microsoft.com/office/drawing/2014/main" id="{DC3E6D15-8667-D367-BC4C-77FDA1765DA4}"/>
              </a:ext>
            </a:extLst>
          </p:cNvPr>
          <p:cNvSpPr>
            <a:spLocks noGrp="1"/>
          </p:cNvSpPr>
          <p:nvPr/>
        </p:nvSpPr>
        <p:spPr>
          <a:xfrm>
            <a:off x="5753100" y="71532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73" name="index-to-search-anchor-1">
            <a:extLst>
              <a:ext uri="{FF2B5EF4-FFF2-40B4-BE49-F238E27FC236}">
                <a16:creationId xmlns:a16="http://schemas.microsoft.com/office/drawing/2014/main" id="{4878AD0D-BB79-5877-2C31-1A44874940B2}"/>
              </a:ext>
            </a:extLst>
          </p:cNvPr>
          <p:cNvSpPr>
            <a:spLocks noGrp="1"/>
          </p:cNvSpPr>
          <p:nvPr/>
        </p:nvSpPr>
        <p:spPr>
          <a:xfrm>
            <a:off x="7515225" y="71532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74" name="index-to-search-anchor-2">
            <a:extLst>
              <a:ext uri="{FF2B5EF4-FFF2-40B4-BE49-F238E27FC236}">
                <a16:creationId xmlns:a16="http://schemas.microsoft.com/office/drawing/2014/main" id="{1EF5EB2E-ACCA-6083-2022-0DDF681DF857}"/>
              </a:ext>
            </a:extLst>
          </p:cNvPr>
          <p:cNvSpPr>
            <a:spLocks noGrp="1"/>
          </p:cNvSpPr>
          <p:nvPr/>
        </p:nvSpPr>
        <p:spPr>
          <a:xfrm>
            <a:off x="7515225" y="10953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75" name="index-to-search-anchor-3">
            <a:extLst>
              <a:ext uri="{FF2B5EF4-FFF2-40B4-BE49-F238E27FC236}">
                <a16:creationId xmlns:a16="http://schemas.microsoft.com/office/drawing/2014/main" id="{04D1584A-FDFB-D28F-D400-F175F61BB1F0}"/>
              </a:ext>
            </a:extLst>
          </p:cNvPr>
          <p:cNvSpPr>
            <a:spLocks noGrp="1"/>
          </p:cNvSpPr>
          <p:nvPr/>
        </p:nvSpPr>
        <p:spPr>
          <a:xfrm>
            <a:off x="7896225" y="10953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79" name="probe-to-rcps-anchor-0">
            <a:extLst>
              <a:ext uri="{FF2B5EF4-FFF2-40B4-BE49-F238E27FC236}">
                <a16:creationId xmlns:a16="http://schemas.microsoft.com/office/drawing/2014/main" id="{682890B3-F3B0-F98F-E486-3B1483C01B58}"/>
              </a:ext>
            </a:extLst>
          </p:cNvPr>
          <p:cNvSpPr>
            <a:spLocks noGrp="1"/>
          </p:cNvSpPr>
          <p:nvPr/>
        </p:nvSpPr>
        <p:spPr>
          <a:xfrm>
            <a:off x="2914650" y="64674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80" name="probe-to-rcps-anchor-1">
            <a:extLst>
              <a:ext uri="{FF2B5EF4-FFF2-40B4-BE49-F238E27FC236}">
                <a16:creationId xmlns:a16="http://schemas.microsoft.com/office/drawing/2014/main" id="{42DBB5DE-D16A-719B-1901-2FFA9A10BF3E}"/>
              </a:ext>
            </a:extLst>
          </p:cNvPr>
          <p:cNvSpPr>
            <a:spLocks noGrp="1"/>
          </p:cNvSpPr>
          <p:nvPr/>
        </p:nvSpPr>
        <p:spPr>
          <a:xfrm>
            <a:off x="7324725" y="64674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81" name="probe-to-rcps-anchor-2">
            <a:extLst>
              <a:ext uri="{FF2B5EF4-FFF2-40B4-BE49-F238E27FC236}">
                <a16:creationId xmlns:a16="http://schemas.microsoft.com/office/drawing/2014/main" id="{1D262936-7A50-7582-C1AF-BA267F1AE74C}"/>
              </a:ext>
            </a:extLst>
          </p:cNvPr>
          <p:cNvSpPr>
            <a:spLocks noGrp="1"/>
          </p:cNvSpPr>
          <p:nvPr/>
        </p:nvSpPr>
        <p:spPr>
          <a:xfrm>
            <a:off x="7324725" y="14192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82" name="probe-to-rcps-anchor-3">
            <a:extLst>
              <a:ext uri="{FF2B5EF4-FFF2-40B4-BE49-F238E27FC236}">
                <a16:creationId xmlns:a16="http://schemas.microsoft.com/office/drawing/2014/main" id="{185BEBA9-B932-A4F5-4FE2-41622016EE62}"/>
              </a:ext>
            </a:extLst>
          </p:cNvPr>
          <p:cNvSpPr>
            <a:spLocks noGrp="1"/>
          </p:cNvSpPr>
          <p:nvPr/>
        </p:nvSpPr>
        <p:spPr>
          <a:xfrm>
            <a:off x="7896225" y="14192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853" name="직선 화살표 연결선 852">
            <a:extLst>
              <a:ext uri="{FF2B5EF4-FFF2-40B4-BE49-F238E27FC236}">
                <a16:creationId xmlns:a16="http://schemas.microsoft.com/office/drawing/2014/main" id="{0EFE1D41-B769-2248-25BE-6CA037DCD2EA}"/>
              </a:ext>
            </a:extLst>
          </p:cNvPr>
          <p:cNvCxnSpPr>
            <a:stCxn id="62" idx="2"/>
            <a:endCxn id="72" idx="0"/>
          </p:cNvCxnSpPr>
          <p:nvPr/>
        </p:nvCxnSpPr>
        <p:spPr>
          <a:xfrm>
            <a:off x="9763125" y="1866900"/>
            <a:ext cx="0" cy="190500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54" name="직선 화살표 연결선 853">
            <a:extLst>
              <a:ext uri="{FF2B5EF4-FFF2-40B4-BE49-F238E27FC236}">
                <a16:creationId xmlns:a16="http://schemas.microsoft.com/office/drawing/2014/main" id="{AC267CE8-8D41-8F1D-E6D3-491D0FAEEFDD}"/>
              </a:ext>
            </a:extLst>
          </p:cNvPr>
          <p:cNvCxnSpPr>
            <a:stCxn id="72" idx="2"/>
            <a:endCxn id="75" idx="0"/>
          </p:cNvCxnSpPr>
          <p:nvPr/>
        </p:nvCxnSpPr>
        <p:spPr>
          <a:xfrm>
            <a:off x="9763125" y="3009900"/>
            <a:ext cx="0" cy="247650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55" name="직선 화살표 연결선 854">
            <a:extLst>
              <a:ext uri="{FF2B5EF4-FFF2-40B4-BE49-F238E27FC236}">
                <a16:creationId xmlns:a16="http://schemas.microsoft.com/office/drawing/2014/main" id="{23EB5AFC-1B39-434A-726D-CFE300D08A74}"/>
              </a:ext>
            </a:extLst>
          </p:cNvPr>
          <p:cNvCxnSpPr>
            <a:stCxn id="75" idx="2"/>
            <a:endCxn id="77" idx="0"/>
          </p:cNvCxnSpPr>
          <p:nvPr/>
        </p:nvCxnSpPr>
        <p:spPr>
          <a:xfrm>
            <a:off x="9763125" y="3810000"/>
            <a:ext cx="0" cy="285750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56" name="직선 화살표 연결선 855">
            <a:extLst>
              <a:ext uri="{FF2B5EF4-FFF2-40B4-BE49-F238E27FC236}">
                <a16:creationId xmlns:a16="http://schemas.microsoft.com/office/drawing/2014/main" id="{6A8B14F5-F2FF-0400-C1BF-8C161C77F9C9}"/>
              </a:ext>
            </a:extLst>
          </p:cNvPr>
          <p:cNvCxnSpPr>
            <a:stCxn id="77" idx="2"/>
            <a:endCxn id="82" idx="0"/>
          </p:cNvCxnSpPr>
          <p:nvPr/>
        </p:nvCxnSpPr>
        <p:spPr>
          <a:xfrm>
            <a:off x="9763125" y="5143500"/>
            <a:ext cx="0" cy="333375"/>
          </a:xfrm>
          <a:prstGeom prst="straightConnector1">
            <a:avLst/>
          </a:prstGeom>
          <a:ln w="14288" cap="rnd">
            <a:solidFill>
              <a:srgbClr val="6E97B6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0" name="rcps-to-candidate-scores-anchor-0">
            <a:extLst>
              <a:ext uri="{FF2B5EF4-FFF2-40B4-BE49-F238E27FC236}">
                <a16:creationId xmlns:a16="http://schemas.microsoft.com/office/drawing/2014/main" id="{45797336-4B0B-964C-1C9C-99C691A58B10}"/>
              </a:ext>
            </a:extLst>
          </p:cNvPr>
          <p:cNvSpPr>
            <a:spLocks noGrp="1"/>
          </p:cNvSpPr>
          <p:nvPr/>
        </p:nvSpPr>
        <p:spPr>
          <a:xfrm>
            <a:off x="11610975" y="49434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1" name="rcps-to-candidate-scores-anchor-1">
            <a:extLst>
              <a:ext uri="{FF2B5EF4-FFF2-40B4-BE49-F238E27FC236}">
                <a16:creationId xmlns:a16="http://schemas.microsoft.com/office/drawing/2014/main" id="{8103FE40-7376-8857-74D4-1F91AED74DBF}"/>
              </a:ext>
            </a:extLst>
          </p:cNvPr>
          <p:cNvSpPr>
            <a:spLocks noGrp="1"/>
          </p:cNvSpPr>
          <p:nvPr/>
        </p:nvSpPr>
        <p:spPr>
          <a:xfrm>
            <a:off x="11782425" y="49434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2" name="rcps-to-candidate-scores-anchor-2">
            <a:extLst>
              <a:ext uri="{FF2B5EF4-FFF2-40B4-BE49-F238E27FC236}">
                <a16:creationId xmlns:a16="http://schemas.microsoft.com/office/drawing/2014/main" id="{7C243D03-4F0D-1874-817E-0B2F37A602DD}"/>
              </a:ext>
            </a:extLst>
          </p:cNvPr>
          <p:cNvSpPr>
            <a:spLocks noGrp="1"/>
          </p:cNvSpPr>
          <p:nvPr/>
        </p:nvSpPr>
        <p:spPr>
          <a:xfrm>
            <a:off x="11782425" y="76676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3" name="rcps-to-candidate-scores-anchor-3">
            <a:extLst>
              <a:ext uri="{FF2B5EF4-FFF2-40B4-BE49-F238E27FC236}">
                <a16:creationId xmlns:a16="http://schemas.microsoft.com/office/drawing/2014/main" id="{02D753AC-0A5C-D984-5EAF-0525ADCF3CBA}"/>
              </a:ext>
            </a:extLst>
          </p:cNvPr>
          <p:cNvSpPr>
            <a:spLocks noGrp="1"/>
          </p:cNvSpPr>
          <p:nvPr/>
        </p:nvSpPr>
        <p:spPr>
          <a:xfrm>
            <a:off x="11610975" y="76676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7" name="scores-to-matrix-anchor-0">
            <a:extLst>
              <a:ext uri="{FF2B5EF4-FFF2-40B4-BE49-F238E27FC236}">
                <a16:creationId xmlns:a16="http://schemas.microsoft.com/office/drawing/2014/main" id="{F2DFAC0C-6A0A-B951-3609-2E41DD544E14}"/>
              </a:ext>
            </a:extLst>
          </p:cNvPr>
          <p:cNvSpPr>
            <a:spLocks noGrp="1"/>
          </p:cNvSpPr>
          <p:nvPr/>
        </p:nvSpPr>
        <p:spPr>
          <a:xfrm>
            <a:off x="11610975" y="78962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8" name="scores-to-matrix-anchor-1">
            <a:extLst>
              <a:ext uri="{FF2B5EF4-FFF2-40B4-BE49-F238E27FC236}">
                <a16:creationId xmlns:a16="http://schemas.microsoft.com/office/drawing/2014/main" id="{F5632422-A694-6B36-3204-E05B530E77FF}"/>
              </a:ext>
            </a:extLst>
          </p:cNvPr>
          <p:cNvSpPr>
            <a:spLocks noGrp="1"/>
          </p:cNvSpPr>
          <p:nvPr/>
        </p:nvSpPr>
        <p:spPr>
          <a:xfrm>
            <a:off x="12068175" y="78962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9" name="scores-to-matrix-anchor-2">
            <a:extLst>
              <a:ext uri="{FF2B5EF4-FFF2-40B4-BE49-F238E27FC236}">
                <a16:creationId xmlns:a16="http://schemas.microsoft.com/office/drawing/2014/main" id="{28ACBFDF-0C09-53AC-BF37-62ABF9314C13}"/>
              </a:ext>
            </a:extLst>
          </p:cNvPr>
          <p:cNvSpPr>
            <a:spLocks noGrp="1"/>
          </p:cNvSpPr>
          <p:nvPr/>
        </p:nvSpPr>
        <p:spPr>
          <a:xfrm>
            <a:off x="12068175" y="19431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00" name="scores-to-matrix-anchor-3">
            <a:extLst>
              <a:ext uri="{FF2B5EF4-FFF2-40B4-BE49-F238E27FC236}">
                <a16:creationId xmlns:a16="http://schemas.microsoft.com/office/drawing/2014/main" id="{E4E14713-D2DC-CEEA-1662-8CE580128300}"/>
              </a:ext>
            </a:extLst>
          </p:cNvPr>
          <p:cNvSpPr>
            <a:spLocks noGrp="1"/>
          </p:cNvSpPr>
          <p:nvPr/>
        </p:nvSpPr>
        <p:spPr>
          <a:xfrm>
            <a:off x="12493294" y="2027322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868" name="직선 화살표 연결선 867">
            <a:extLst>
              <a:ext uri="{FF2B5EF4-FFF2-40B4-BE49-F238E27FC236}">
                <a16:creationId xmlns:a16="http://schemas.microsoft.com/office/drawing/2014/main" id="{ABD7DF2B-EA56-FE2D-3368-8AD18CD31F80}"/>
              </a:ext>
            </a:extLst>
          </p:cNvPr>
          <p:cNvCxnSpPr>
            <a:stCxn id="197" idx="3"/>
            <a:endCxn id="198" idx="1"/>
          </p:cNvCxnSpPr>
          <p:nvPr/>
        </p:nvCxnSpPr>
        <p:spPr>
          <a:xfrm>
            <a:off x="11630025" y="7905750"/>
            <a:ext cx="438150" cy="0"/>
          </a:xfrm>
          <a:prstGeom prst="straightConnector1">
            <a:avLst/>
          </a:prstGeom>
          <a:ln w="19050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9" name="직선 화살표 연결선 868">
            <a:extLst>
              <a:ext uri="{FF2B5EF4-FFF2-40B4-BE49-F238E27FC236}">
                <a16:creationId xmlns:a16="http://schemas.microsoft.com/office/drawing/2014/main" id="{9185D006-2C8C-AEA3-36BA-4E2AA0C536E5}"/>
              </a:ext>
            </a:extLst>
          </p:cNvPr>
          <p:cNvCxnSpPr>
            <a:cxnSpLocks/>
            <a:stCxn id="198" idx="0"/>
          </p:cNvCxnSpPr>
          <p:nvPr/>
        </p:nvCxnSpPr>
        <p:spPr>
          <a:xfrm flipV="1">
            <a:off x="12077700" y="1981200"/>
            <a:ext cx="0" cy="5915025"/>
          </a:xfrm>
          <a:prstGeom prst="straightConnector1">
            <a:avLst/>
          </a:prstGeom>
          <a:ln w="19050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0" name="직선 화살표 연결선 869">
            <a:extLst>
              <a:ext uri="{FF2B5EF4-FFF2-40B4-BE49-F238E27FC236}">
                <a16:creationId xmlns:a16="http://schemas.microsoft.com/office/drawing/2014/main" id="{F4848DAB-E03C-953E-D532-FF56E95740BF}"/>
              </a:ext>
            </a:extLst>
          </p:cNvPr>
          <p:cNvCxnSpPr>
            <a:cxnSpLocks/>
            <a:endCxn id="95" idx="1"/>
          </p:cNvCxnSpPr>
          <p:nvPr/>
        </p:nvCxnSpPr>
        <p:spPr>
          <a:xfrm>
            <a:off x="12082463" y="1971675"/>
            <a:ext cx="300037" cy="0"/>
          </a:xfrm>
          <a:prstGeom prst="straightConnector1">
            <a:avLst/>
          </a:prstGeom>
          <a:ln w="1905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1" name="직선 화살표 연결선 870">
            <a:extLst>
              <a:ext uri="{FF2B5EF4-FFF2-40B4-BE49-F238E27FC236}">
                <a16:creationId xmlns:a16="http://schemas.microsoft.com/office/drawing/2014/main" id="{317595AA-BF05-079A-0325-38CECF282520}"/>
              </a:ext>
            </a:extLst>
          </p:cNvPr>
          <p:cNvCxnSpPr>
            <a:cxnSpLocks/>
            <a:stCxn id="95" idx="2"/>
            <a:endCxn id="123" idx="0"/>
          </p:cNvCxnSpPr>
          <p:nvPr/>
        </p:nvCxnSpPr>
        <p:spPr>
          <a:xfrm>
            <a:off x="14097000" y="3276600"/>
            <a:ext cx="0" cy="114300"/>
          </a:xfrm>
          <a:prstGeom prst="straightConnector1">
            <a:avLst/>
          </a:prstGeom>
          <a:ln w="20955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3" name="연결선: 꺾임 872">
            <a:extLst>
              <a:ext uri="{FF2B5EF4-FFF2-40B4-BE49-F238E27FC236}">
                <a16:creationId xmlns:a16="http://schemas.microsoft.com/office/drawing/2014/main" id="{83575155-1DA5-F02B-C48D-B781E8D95FE3}"/>
              </a:ext>
            </a:extLst>
          </p:cNvPr>
          <p:cNvCxnSpPr>
            <a:cxnSpLocks/>
            <a:stCxn id="211" idx="2"/>
            <a:endCxn id="128" idx="0"/>
          </p:cNvCxnSpPr>
          <p:nvPr/>
        </p:nvCxnSpPr>
        <p:spPr>
          <a:xfrm rot="5400000">
            <a:off x="13074372" y="4348281"/>
            <a:ext cx="246222" cy="582216"/>
          </a:xfrm>
          <a:prstGeom prst="bentConnector3">
            <a:avLst>
              <a:gd name="adj1" fmla="val 50000"/>
            </a:avLst>
          </a:prstGeom>
          <a:ln w="1524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2" name="직선 화살표 연결선 871">
            <a:extLst>
              <a:ext uri="{FF2B5EF4-FFF2-40B4-BE49-F238E27FC236}">
                <a16:creationId xmlns:a16="http://schemas.microsoft.com/office/drawing/2014/main" id="{27704D55-86CE-4E8F-5E5E-D5FA9D130ABA}"/>
              </a:ext>
            </a:extLst>
          </p:cNvPr>
          <p:cNvCxnSpPr>
            <a:cxnSpLocks/>
            <a:stCxn id="123" idx="2"/>
            <a:endCxn id="125" idx="0"/>
          </p:cNvCxnSpPr>
          <p:nvPr/>
        </p:nvCxnSpPr>
        <p:spPr>
          <a:xfrm>
            <a:off x="14097000" y="3733800"/>
            <a:ext cx="0" cy="114300"/>
          </a:xfrm>
          <a:prstGeom prst="straightConnector1">
            <a:avLst/>
          </a:prstGeom>
          <a:ln w="20955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5" name="연결선: 꺾임 874">
            <a:extLst>
              <a:ext uri="{FF2B5EF4-FFF2-40B4-BE49-F238E27FC236}">
                <a16:creationId xmlns:a16="http://schemas.microsoft.com/office/drawing/2014/main" id="{9BDF61C3-109B-62E0-43CE-67818CFC903C}"/>
              </a:ext>
            </a:extLst>
          </p:cNvPr>
          <p:cNvCxnSpPr>
            <a:stCxn id="128" idx="2"/>
            <a:endCxn id="134" idx="0"/>
          </p:cNvCxnSpPr>
          <p:nvPr/>
        </p:nvCxnSpPr>
        <p:spPr>
          <a:xfrm>
            <a:off x="12906375" y="5143500"/>
            <a:ext cx="1190625" cy="152400"/>
          </a:xfrm>
          <a:prstGeom prst="bentConnector4">
            <a:avLst>
              <a:gd name="adj1" fmla="val 0"/>
              <a:gd name="adj2" fmla="val 39583"/>
            </a:avLst>
          </a:prstGeom>
          <a:ln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6" name="직선 화살표 연결선 875">
            <a:extLst>
              <a:ext uri="{FF2B5EF4-FFF2-40B4-BE49-F238E27FC236}">
                <a16:creationId xmlns:a16="http://schemas.microsoft.com/office/drawing/2014/main" id="{E01CEE63-280E-5977-C5FB-BBE23876B571}"/>
              </a:ext>
            </a:extLst>
          </p:cNvPr>
          <p:cNvCxnSpPr>
            <a:stCxn id="130" idx="2"/>
            <a:endCxn id="134" idx="0"/>
          </p:cNvCxnSpPr>
          <p:nvPr/>
        </p:nvCxnSpPr>
        <p:spPr>
          <a:xfrm>
            <a:off x="14097000" y="5143500"/>
            <a:ext cx="0" cy="152400"/>
          </a:xfrm>
          <a:prstGeom prst="straightConnector1">
            <a:avLst/>
          </a:prstGeom>
          <a:ln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7" name="연결선: 꺾임 876">
            <a:extLst>
              <a:ext uri="{FF2B5EF4-FFF2-40B4-BE49-F238E27FC236}">
                <a16:creationId xmlns:a16="http://schemas.microsoft.com/office/drawing/2014/main" id="{E836A75A-B9E9-F42D-BFD8-6DA976B7F79B}"/>
              </a:ext>
            </a:extLst>
          </p:cNvPr>
          <p:cNvCxnSpPr>
            <a:stCxn id="132" idx="2"/>
            <a:endCxn id="134" idx="0"/>
          </p:cNvCxnSpPr>
          <p:nvPr/>
        </p:nvCxnSpPr>
        <p:spPr>
          <a:xfrm flipH="1">
            <a:off x="14097000" y="5143500"/>
            <a:ext cx="1190625" cy="152400"/>
          </a:xfrm>
          <a:prstGeom prst="bentConnector4">
            <a:avLst>
              <a:gd name="adj1" fmla="val 0"/>
              <a:gd name="adj2" fmla="val 39583"/>
            </a:avLst>
          </a:prstGeom>
          <a:ln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8" name="연결선: 꺾임 877">
            <a:extLst>
              <a:ext uri="{FF2B5EF4-FFF2-40B4-BE49-F238E27FC236}">
                <a16:creationId xmlns:a16="http://schemas.microsoft.com/office/drawing/2014/main" id="{E2BD71BA-719D-EC2D-E25A-738B70EA7D73}"/>
              </a:ext>
            </a:extLst>
          </p:cNvPr>
          <p:cNvCxnSpPr>
            <a:stCxn id="134" idx="2"/>
            <a:endCxn id="139" idx="0"/>
          </p:cNvCxnSpPr>
          <p:nvPr/>
        </p:nvCxnSpPr>
        <p:spPr>
          <a:xfrm flipH="1">
            <a:off x="12915900" y="5905500"/>
            <a:ext cx="1181100" cy="247650"/>
          </a:xfrm>
          <a:prstGeom prst="bentConnector4">
            <a:avLst>
              <a:gd name="adj1" fmla="val 0"/>
              <a:gd name="adj2" fmla="val 50000"/>
            </a:avLst>
          </a:prstGeom>
          <a:ln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79" name="직선 화살표 연결선 878">
            <a:extLst>
              <a:ext uri="{FF2B5EF4-FFF2-40B4-BE49-F238E27FC236}">
                <a16:creationId xmlns:a16="http://schemas.microsoft.com/office/drawing/2014/main" id="{953DF0EF-03ED-ED06-61D6-E95E3344729D}"/>
              </a:ext>
            </a:extLst>
          </p:cNvPr>
          <p:cNvCxnSpPr>
            <a:stCxn id="134" idx="2"/>
            <a:endCxn id="142" idx="0"/>
          </p:cNvCxnSpPr>
          <p:nvPr/>
        </p:nvCxnSpPr>
        <p:spPr>
          <a:xfrm>
            <a:off x="14097000" y="5905500"/>
            <a:ext cx="0" cy="247650"/>
          </a:xfrm>
          <a:prstGeom prst="straightConnector1">
            <a:avLst/>
          </a:prstGeom>
          <a:ln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80" name="연결선: 꺾임 879">
            <a:extLst>
              <a:ext uri="{FF2B5EF4-FFF2-40B4-BE49-F238E27FC236}">
                <a16:creationId xmlns:a16="http://schemas.microsoft.com/office/drawing/2014/main" id="{E9D95865-F4D8-7838-2BFC-D0FB7ABF9C03}"/>
              </a:ext>
            </a:extLst>
          </p:cNvPr>
          <p:cNvCxnSpPr>
            <a:stCxn id="134" idx="2"/>
            <a:endCxn id="145" idx="0"/>
          </p:cNvCxnSpPr>
          <p:nvPr/>
        </p:nvCxnSpPr>
        <p:spPr>
          <a:xfrm>
            <a:off x="14097000" y="5905500"/>
            <a:ext cx="1181100" cy="247650"/>
          </a:xfrm>
          <a:prstGeom prst="bentConnector4">
            <a:avLst>
              <a:gd name="adj1" fmla="val 0"/>
              <a:gd name="adj2" fmla="val 50000"/>
            </a:avLst>
          </a:prstGeom>
          <a:ln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81" name="직선 화살표 연결선 880">
            <a:extLst>
              <a:ext uri="{FF2B5EF4-FFF2-40B4-BE49-F238E27FC236}">
                <a16:creationId xmlns:a16="http://schemas.microsoft.com/office/drawing/2014/main" id="{90D14B82-1D07-2D43-304F-CF1B19523356}"/>
              </a:ext>
            </a:extLst>
          </p:cNvPr>
          <p:cNvCxnSpPr>
            <a:stCxn id="139" idx="2"/>
            <a:endCxn id="148" idx="0"/>
          </p:cNvCxnSpPr>
          <p:nvPr/>
        </p:nvCxnSpPr>
        <p:spPr>
          <a:xfrm>
            <a:off x="12915900" y="6819900"/>
            <a:ext cx="0" cy="152400"/>
          </a:xfrm>
          <a:prstGeom prst="straightConnector1">
            <a:avLst/>
          </a:prstGeom>
          <a:ln w="14288" cap="rnd">
            <a:solidFill>
              <a:srgbClr val="D06D13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82" name="직선 화살표 연결선 881">
            <a:extLst>
              <a:ext uri="{FF2B5EF4-FFF2-40B4-BE49-F238E27FC236}">
                <a16:creationId xmlns:a16="http://schemas.microsoft.com/office/drawing/2014/main" id="{AD4C821E-F7E3-C55D-3D0F-FFB560E60B6A}"/>
              </a:ext>
            </a:extLst>
          </p:cNvPr>
          <p:cNvCxnSpPr>
            <a:stCxn id="142" idx="2"/>
            <a:endCxn id="150" idx="0"/>
          </p:cNvCxnSpPr>
          <p:nvPr/>
        </p:nvCxnSpPr>
        <p:spPr>
          <a:xfrm>
            <a:off x="14097000" y="6819900"/>
            <a:ext cx="0" cy="152400"/>
          </a:xfrm>
          <a:prstGeom prst="straightConnector1">
            <a:avLst/>
          </a:prstGeom>
          <a:ln w="14288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83" name="직선 화살표 연결선 882">
            <a:extLst>
              <a:ext uri="{FF2B5EF4-FFF2-40B4-BE49-F238E27FC236}">
                <a16:creationId xmlns:a16="http://schemas.microsoft.com/office/drawing/2014/main" id="{8FD8FE11-714D-EB91-A364-4AFE96C055B4}"/>
              </a:ext>
            </a:extLst>
          </p:cNvPr>
          <p:cNvCxnSpPr>
            <a:stCxn id="145" idx="2"/>
            <a:endCxn id="152" idx="0"/>
          </p:cNvCxnSpPr>
          <p:nvPr/>
        </p:nvCxnSpPr>
        <p:spPr>
          <a:xfrm>
            <a:off x="15278100" y="6819900"/>
            <a:ext cx="0" cy="152400"/>
          </a:xfrm>
          <a:prstGeom prst="straightConnector1">
            <a:avLst/>
          </a:prstGeom>
          <a:ln w="14288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884" name="연결선: 꺾임 883">
            <a:extLst>
              <a:ext uri="{FF2B5EF4-FFF2-40B4-BE49-F238E27FC236}">
                <a16:creationId xmlns:a16="http://schemas.microsoft.com/office/drawing/2014/main" id="{CB6C1948-E5D5-E7BD-57F7-114ACF753169}"/>
              </a:ext>
            </a:extLst>
          </p:cNvPr>
          <p:cNvCxnSpPr>
            <a:cxnSpLocks/>
            <a:stCxn id="148" idx="2"/>
            <a:endCxn id="154" idx="0"/>
          </p:cNvCxnSpPr>
          <p:nvPr/>
        </p:nvCxnSpPr>
        <p:spPr>
          <a:xfrm rot="16200000" flipH="1">
            <a:off x="12810825" y="7629824"/>
            <a:ext cx="213162" cy="3013"/>
          </a:xfrm>
          <a:prstGeom prst="bentConnector3">
            <a:avLst>
              <a:gd name="adj1" fmla="val 50000"/>
            </a:avLst>
          </a:prstGeom>
          <a:ln w="12383" cap="rnd">
            <a:solidFill>
              <a:srgbClr val="87949D"/>
            </a:solidFill>
            <a:prstDash val="dash"/>
            <a:round/>
            <a:headEnd type="none" w="med" len="med"/>
            <a:tailEnd type="arrow" w="sm" len="sm"/>
          </a:ln>
        </p:spPr>
      </p:cxnSp>
      <p:sp>
        <p:nvSpPr>
          <p:cNvPr id="219" name="rechunk-to-deploy-join-anchor-0">
            <a:extLst>
              <a:ext uri="{FF2B5EF4-FFF2-40B4-BE49-F238E27FC236}">
                <a16:creationId xmlns:a16="http://schemas.microsoft.com/office/drawing/2014/main" id="{463A9499-2396-941D-9EC7-A2731185C6A4}"/>
              </a:ext>
            </a:extLst>
          </p:cNvPr>
          <p:cNvSpPr>
            <a:spLocks noGrp="1"/>
          </p:cNvSpPr>
          <p:nvPr/>
        </p:nvSpPr>
        <p:spPr>
          <a:xfrm>
            <a:off x="15268575" y="75152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20" name="rechunk-to-deploy-join-anchor-1">
            <a:extLst>
              <a:ext uri="{FF2B5EF4-FFF2-40B4-BE49-F238E27FC236}">
                <a16:creationId xmlns:a16="http://schemas.microsoft.com/office/drawing/2014/main" id="{71266E2E-2C7B-0E97-371F-F718E2A5B286}"/>
              </a:ext>
            </a:extLst>
          </p:cNvPr>
          <p:cNvSpPr>
            <a:spLocks noGrp="1"/>
          </p:cNvSpPr>
          <p:nvPr/>
        </p:nvSpPr>
        <p:spPr>
          <a:xfrm>
            <a:off x="15268575" y="82899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21" name="rechunk-to-deploy-join-anchor-2">
            <a:extLst>
              <a:ext uri="{FF2B5EF4-FFF2-40B4-BE49-F238E27FC236}">
                <a16:creationId xmlns:a16="http://schemas.microsoft.com/office/drawing/2014/main" id="{EAC92102-C638-6EB5-6943-91B55130C833}"/>
              </a:ext>
            </a:extLst>
          </p:cNvPr>
          <p:cNvSpPr>
            <a:spLocks noGrp="1"/>
          </p:cNvSpPr>
          <p:nvPr/>
        </p:nvSpPr>
        <p:spPr>
          <a:xfrm>
            <a:off x="14087475" y="83534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62" name="연결선: 꺾임 161">
            <a:extLst>
              <a:ext uri="{FF2B5EF4-FFF2-40B4-BE49-F238E27FC236}">
                <a16:creationId xmlns:a16="http://schemas.microsoft.com/office/drawing/2014/main" id="{45476ED6-F243-BF57-D2A3-4541C7E29659}"/>
              </a:ext>
            </a:extLst>
          </p:cNvPr>
          <p:cNvCxnSpPr>
            <a:stCxn id="21" idx="2"/>
            <a:endCxn id="62" idx="1"/>
          </p:cNvCxnSpPr>
          <p:nvPr/>
        </p:nvCxnSpPr>
        <p:spPr>
          <a:xfrm rot="5400000" flipH="1" flipV="1">
            <a:off x="1900237" y="1042987"/>
            <a:ext cx="5676900" cy="6334125"/>
          </a:xfrm>
          <a:prstGeom prst="bentConnector4">
            <a:avLst>
              <a:gd name="adj1" fmla="val -23314"/>
              <a:gd name="adj2" fmla="val 96050"/>
            </a:avLst>
          </a:prstGeom>
          <a:ln w="19050">
            <a:solidFill>
              <a:srgbClr val="1D2B36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연결선: 꺾임 175">
            <a:extLst>
              <a:ext uri="{FF2B5EF4-FFF2-40B4-BE49-F238E27FC236}">
                <a16:creationId xmlns:a16="http://schemas.microsoft.com/office/drawing/2014/main" id="{17A7B315-18DD-D3BB-AE16-EB33F5B6B9B9}"/>
              </a:ext>
            </a:extLst>
          </p:cNvPr>
          <p:cNvCxnSpPr>
            <a:cxnSpLocks/>
            <a:stCxn id="43" idx="3"/>
            <a:endCxn id="171" idx="1"/>
          </p:cNvCxnSpPr>
          <p:nvPr/>
        </p:nvCxnSpPr>
        <p:spPr>
          <a:xfrm flipV="1">
            <a:off x="5762625" y="1114425"/>
            <a:ext cx="2152650" cy="6048375"/>
          </a:xfrm>
          <a:prstGeom prst="bentConnector3">
            <a:avLst>
              <a:gd name="adj1" fmla="val 76549"/>
            </a:avLst>
          </a:prstGeom>
          <a:ln w="19050">
            <a:solidFill>
              <a:srgbClr val="1D2B36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596EA0E6-EDA9-FABE-9884-6283F12B75C8}"/>
              </a:ext>
            </a:extLst>
          </p:cNvPr>
          <p:cNvCxnSpPr>
            <a:cxnSpLocks/>
            <a:stCxn id="51" idx="2"/>
            <a:endCxn id="53" idx="0"/>
          </p:cNvCxnSpPr>
          <p:nvPr/>
        </p:nvCxnSpPr>
        <p:spPr>
          <a:xfrm>
            <a:off x="6474620" y="2766559"/>
            <a:ext cx="0" cy="386216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D556CD7-DA3B-0DB7-EE08-D0494A72B121}"/>
              </a:ext>
            </a:extLst>
          </p:cNvPr>
          <p:cNvCxnSpPr>
            <a:cxnSpLocks/>
            <a:stCxn id="53" idx="2"/>
            <a:endCxn id="55" idx="0"/>
          </p:cNvCxnSpPr>
          <p:nvPr/>
        </p:nvCxnSpPr>
        <p:spPr>
          <a:xfrm>
            <a:off x="6474620" y="3792084"/>
            <a:ext cx="4762" cy="313191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01" name="직선 화살표 연결선 200">
            <a:extLst>
              <a:ext uri="{FF2B5EF4-FFF2-40B4-BE49-F238E27FC236}">
                <a16:creationId xmlns:a16="http://schemas.microsoft.com/office/drawing/2014/main" id="{A27431E3-4378-306E-F576-D31F5E61393E}"/>
              </a:ext>
            </a:extLst>
          </p:cNvPr>
          <p:cNvCxnSpPr>
            <a:cxnSpLocks/>
            <a:stCxn id="55" idx="2"/>
            <a:endCxn id="57" idx="0"/>
          </p:cNvCxnSpPr>
          <p:nvPr/>
        </p:nvCxnSpPr>
        <p:spPr>
          <a:xfrm flipH="1">
            <a:off x="6474619" y="4772025"/>
            <a:ext cx="4763" cy="123825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28" name="연결선: 꺾임 227">
            <a:extLst>
              <a:ext uri="{FF2B5EF4-FFF2-40B4-BE49-F238E27FC236}">
                <a16:creationId xmlns:a16="http://schemas.microsoft.com/office/drawing/2014/main" id="{7EC0B3A8-878E-53E2-03E7-2C48302C723F}"/>
              </a:ext>
            </a:extLst>
          </p:cNvPr>
          <p:cNvCxnSpPr>
            <a:cxnSpLocks/>
          </p:cNvCxnSpPr>
          <p:nvPr/>
        </p:nvCxnSpPr>
        <p:spPr>
          <a:xfrm>
            <a:off x="13488591" y="4636294"/>
            <a:ext cx="608409" cy="119062"/>
          </a:xfrm>
          <a:prstGeom prst="bentConnector2">
            <a:avLst/>
          </a:prstGeom>
          <a:ln w="1524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42" name="직선 화살표 연결선 241">
            <a:extLst>
              <a:ext uri="{FF2B5EF4-FFF2-40B4-BE49-F238E27FC236}">
                <a16:creationId xmlns:a16="http://schemas.microsoft.com/office/drawing/2014/main" id="{56C8088C-95AC-619F-D98D-89D06602CE5F}"/>
              </a:ext>
            </a:extLst>
          </p:cNvPr>
          <p:cNvCxnSpPr>
            <a:cxnSpLocks/>
            <a:stCxn id="152" idx="2"/>
            <a:endCxn id="248" idx="0"/>
          </p:cNvCxnSpPr>
          <p:nvPr/>
        </p:nvCxnSpPr>
        <p:spPr>
          <a:xfrm>
            <a:off x="15278100" y="7524750"/>
            <a:ext cx="20078" cy="915404"/>
          </a:xfrm>
          <a:prstGeom prst="straightConnector1">
            <a:avLst/>
          </a:prstGeom>
          <a:ln w="14288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410D9B49-F7FF-2903-0CDB-0EDCA039F5DE}"/>
              </a:ext>
            </a:extLst>
          </p:cNvPr>
          <p:cNvCxnSpPr>
            <a:cxnSpLocks/>
            <a:stCxn id="150" idx="2"/>
            <a:endCxn id="769" idx="0"/>
          </p:cNvCxnSpPr>
          <p:nvPr/>
        </p:nvCxnSpPr>
        <p:spPr>
          <a:xfrm>
            <a:off x="14097000" y="7524750"/>
            <a:ext cx="10234" cy="910645"/>
          </a:xfrm>
          <a:prstGeom prst="straightConnector1">
            <a:avLst/>
          </a:prstGeom>
          <a:ln w="14288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pic>
        <p:nvPicPr>
          <p:cNvPr id="163" name="그림 162">
            <a:extLst>
              <a:ext uri="{FF2B5EF4-FFF2-40B4-BE49-F238E27FC236}">
                <a16:creationId xmlns:a16="http://schemas.microsoft.com/office/drawing/2014/main" id="{FBAB0DBC-D3D5-5AF5-9EAA-539780ACC44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9015" y="4657725"/>
            <a:ext cx="496644" cy="496644"/>
          </a:xfrm>
          <a:prstGeom prst="rect">
            <a:avLst/>
          </a:prstGeom>
        </p:spPr>
      </p:pic>
      <p:pic>
        <p:nvPicPr>
          <p:cNvPr id="170" name="그림 169">
            <a:extLst>
              <a:ext uri="{FF2B5EF4-FFF2-40B4-BE49-F238E27FC236}">
                <a16:creationId xmlns:a16="http://schemas.microsoft.com/office/drawing/2014/main" id="{A5B818BE-39FA-166B-AF1B-D5D9A6B37ACF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130" y="6962775"/>
            <a:ext cx="447370" cy="447370"/>
          </a:xfrm>
          <a:prstGeom prst="rect">
            <a:avLst/>
          </a:prstGeom>
        </p:spPr>
      </p:pic>
      <p:sp>
        <p:nvSpPr>
          <p:cNvPr id="177" name="matrix-rows">
            <a:extLst>
              <a:ext uri="{FF2B5EF4-FFF2-40B4-BE49-F238E27FC236}">
                <a16:creationId xmlns:a16="http://schemas.microsoft.com/office/drawing/2014/main" id="{512ED460-AAFA-7C28-77CA-72C782AB6AC2}"/>
              </a:ext>
            </a:extLst>
          </p:cNvPr>
          <p:cNvSpPr>
            <a:spLocks noGrp="1"/>
          </p:cNvSpPr>
          <p:nvPr/>
        </p:nvSpPr>
        <p:spPr>
          <a:xfrm>
            <a:off x="12649200" y="1753553"/>
            <a:ext cx="457200" cy="47529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vert="eaVert" wrap="square" lIns="19050" tIns="9525" rIns="19050" bIns="9525" anchor="ctr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75" b="1" dirty="0">
                <a:solidFill>
                  <a:srgbClr val="1B5A95"/>
                </a:solidFill>
                <a:latin typeface="Arial"/>
                <a:ea typeface="Arial"/>
                <a:cs typeface="Arial"/>
              </a:rPr>
              <a:t>...</a:t>
            </a:r>
            <a:endParaRPr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matrix-rows">
            <a:extLst>
              <a:ext uri="{FF2B5EF4-FFF2-40B4-BE49-F238E27FC236}">
                <a16:creationId xmlns:a16="http://schemas.microsoft.com/office/drawing/2014/main" id="{DE0A0052-8012-3EAD-EF89-BA1F897E8E5A}"/>
              </a:ext>
            </a:extLst>
          </p:cNvPr>
          <p:cNvSpPr>
            <a:spLocks noGrp="1"/>
          </p:cNvSpPr>
          <p:nvPr/>
        </p:nvSpPr>
        <p:spPr>
          <a:xfrm>
            <a:off x="12649200" y="2344103"/>
            <a:ext cx="457200" cy="47529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vert="eaVert" wrap="square" lIns="19050" tIns="9525" rIns="19050" bIns="9525" anchor="ctr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75" b="1" dirty="0">
                <a:solidFill>
                  <a:srgbClr val="1B5A95"/>
                </a:solidFill>
                <a:latin typeface="Arial"/>
                <a:ea typeface="Arial"/>
                <a:cs typeface="Arial"/>
              </a:rPr>
              <a:t>...</a:t>
            </a:r>
            <a:endParaRPr sz="1275" b="1" i="0" dirty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A7D9B646-D91C-4A3A-82AD-0B6CBB3527F2}"/>
              </a:ext>
            </a:extLst>
          </p:cNvPr>
          <p:cNvCxnSpPr>
            <a:cxnSpLocks/>
            <a:stCxn id="33" idx="3"/>
            <a:endCxn id="51" idx="1"/>
          </p:cNvCxnSpPr>
          <p:nvPr/>
        </p:nvCxnSpPr>
        <p:spPr>
          <a:xfrm>
            <a:off x="5762625" y="2466975"/>
            <a:ext cx="230982" cy="4309"/>
          </a:xfrm>
          <a:prstGeom prst="straightConnector1">
            <a:avLst/>
          </a:prstGeom>
          <a:ln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07" name="연결선: 꺾임 206">
            <a:extLst>
              <a:ext uri="{FF2B5EF4-FFF2-40B4-BE49-F238E27FC236}">
                <a16:creationId xmlns:a16="http://schemas.microsoft.com/office/drawing/2014/main" id="{49249524-A552-20BD-2351-6D199E41BBF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rot="10800000">
            <a:off x="7096126" y="4500563"/>
            <a:ext cx="809625" cy="119062"/>
          </a:xfrm>
          <a:prstGeom prst="bentConnector3">
            <a:avLst>
              <a:gd name="adj1" fmla="val 15491"/>
            </a:avLst>
          </a:prstGeom>
          <a:ln w="19050">
            <a:solidFill>
              <a:srgbClr val="0F704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연결선: 꺾임 212">
            <a:extLst>
              <a:ext uri="{FF2B5EF4-FFF2-40B4-BE49-F238E27FC236}">
                <a16:creationId xmlns:a16="http://schemas.microsoft.com/office/drawing/2014/main" id="{9861C788-35FE-7BE2-17F8-DDEF045DC0BC}"/>
              </a:ext>
            </a:extLst>
          </p:cNvPr>
          <p:cNvCxnSpPr>
            <a:cxnSpLocks/>
            <a:stCxn id="77" idx="3"/>
            <a:endCxn id="92" idx="3"/>
          </p:cNvCxnSpPr>
          <p:nvPr/>
        </p:nvCxnSpPr>
        <p:spPr>
          <a:xfrm>
            <a:off x="11620500" y="4619625"/>
            <a:ext cx="12700" cy="3057525"/>
          </a:xfrm>
          <a:prstGeom prst="bentConnector3">
            <a:avLst>
              <a:gd name="adj1" fmla="val 1800000"/>
            </a:avLst>
          </a:prstGeom>
          <a:ln w="19050">
            <a:solidFill>
              <a:srgbClr val="0F704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matrix-star">
            <a:extLst>
              <a:ext uri="{FF2B5EF4-FFF2-40B4-BE49-F238E27FC236}">
                <a16:creationId xmlns:a16="http://schemas.microsoft.com/office/drawing/2014/main" id="{62C68582-12FF-3B37-59BF-762A5754BA4A}"/>
              </a:ext>
            </a:extLst>
          </p:cNvPr>
          <p:cNvSpPr>
            <a:spLocks noGrp="1"/>
          </p:cNvSpPr>
          <p:nvPr/>
        </p:nvSpPr>
        <p:spPr>
          <a:xfrm>
            <a:off x="14107234" y="2219325"/>
            <a:ext cx="239562" cy="33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1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2100" b="1" i="0" dirty="0">
                <a:solidFill>
                  <a:srgbClr val="1D2B3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4" name="rechunk-to-deploy-join-anchor-1">
            <a:extLst>
              <a:ext uri="{FF2B5EF4-FFF2-40B4-BE49-F238E27FC236}">
                <a16:creationId xmlns:a16="http://schemas.microsoft.com/office/drawing/2014/main" id="{D6C52E05-8262-D716-4C1C-AF838B1F2C8C}"/>
              </a:ext>
            </a:extLst>
          </p:cNvPr>
          <p:cNvSpPr>
            <a:spLocks noGrp="1"/>
          </p:cNvSpPr>
          <p:nvPr/>
        </p:nvSpPr>
        <p:spPr>
          <a:xfrm>
            <a:off x="15268575" y="82899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36" name="reevaluate-changes-bg">
            <a:extLst>
              <a:ext uri="{FF2B5EF4-FFF2-40B4-BE49-F238E27FC236}">
                <a16:creationId xmlns:a16="http://schemas.microsoft.com/office/drawing/2014/main" id="{066D6EA7-5B91-E9FB-31F6-67535E29F2E1}"/>
              </a:ext>
            </a:extLst>
          </p:cNvPr>
          <p:cNvSpPr>
            <a:spLocks noGrp="1"/>
          </p:cNvSpPr>
          <p:nvPr/>
        </p:nvSpPr>
        <p:spPr>
          <a:xfrm>
            <a:off x="14726678" y="7742238"/>
            <a:ext cx="1143000" cy="514350"/>
          </a:xfrm>
          <a:prstGeom prst="roundRect">
            <a:avLst>
              <a:gd name="adj" fmla="val 18519"/>
            </a:avLst>
          </a:prstGeom>
          <a:solidFill>
            <a:srgbClr val="EAF3FB"/>
          </a:solidFill>
          <a:ln w="13335">
            <a:solidFill>
              <a:srgbClr val="1769B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8" name="reevaluate-changes-title">
            <a:extLst>
              <a:ext uri="{FF2B5EF4-FFF2-40B4-BE49-F238E27FC236}">
                <a16:creationId xmlns:a16="http://schemas.microsoft.com/office/drawing/2014/main" id="{B7E8C414-66F8-6518-CF95-7C4CEF8D19B4}"/>
              </a:ext>
            </a:extLst>
          </p:cNvPr>
          <p:cNvSpPr>
            <a:spLocks noGrp="1"/>
          </p:cNvSpPr>
          <p:nvPr/>
        </p:nvSpPr>
        <p:spPr>
          <a:xfrm>
            <a:off x="14764778" y="7785100"/>
            <a:ext cx="10668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 dirty="0">
                <a:solidFill>
                  <a:srgbClr val="082B45"/>
                </a:solidFill>
                <a:latin typeface="Arial"/>
                <a:ea typeface="Arial"/>
                <a:cs typeface="Arial"/>
              </a:rPr>
              <a:t>Re-evaluate</a:t>
            </a:r>
          </a:p>
          <a:p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 dirty="0">
                <a:solidFill>
                  <a:srgbClr val="082B45"/>
                </a:solidFill>
                <a:latin typeface="Arial"/>
                <a:ea typeface="Arial"/>
                <a:cs typeface="Arial"/>
              </a:rPr>
              <a:t>changed P/C</a:t>
            </a:r>
          </a:p>
        </p:txBody>
      </p:sp>
      <p:sp>
        <p:nvSpPr>
          <p:cNvPr id="240" name="retriever-bge-bg">
            <a:extLst>
              <a:ext uri="{FF2B5EF4-FFF2-40B4-BE49-F238E27FC236}">
                <a16:creationId xmlns:a16="http://schemas.microsoft.com/office/drawing/2014/main" id="{CE66DC47-6F64-1E1A-1DD2-5D81F631B674}"/>
              </a:ext>
            </a:extLst>
          </p:cNvPr>
          <p:cNvSpPr>
            <a:spLocks noGrp="1"/>
          </p:cNvSpPr>
          <p:nvPr/>
        </p:nvSpPr>
        <p:spPr>
          <a:xfrm>
            <a:off x="8229600" y="1323975"/>
            <a:ext cx="838200" cy="333375"/>
          </a:xfrm>
          <a:prstGeom prst="roundRect">
            <a:avLst>
              <a:gd name="adj" fmla="val 22857"/>
            </a:avLst>
          </a:prstGeom>
          <a:solidFill>
            <a:srgbClr val="102F4A"/>
          </a:solidFill>
          <a:ln w="10478">
            <a:solidFill>
              <a:srgbClr val="6FA9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3" name="retriever-bge-text">
            <a:extLst>
              <a:ext uri="{FF2B5EF4-FFF2-40B4-BE49-F238E27FC236}">
                <a16:creationId xmlns:a16="http://schemas.microsoft.com/office/drawing/2014/main" id="{FC5F4AEE-DF95-41F4-5FE0-6595ED18ADDF}"/>
              </a:ext>
            </a:extLst>
          </p:cNvPr>
          <p:cNvSpPr>
            <a:spLocks noGrp="1"/>
          </p:cNvSpPr>
          <p:nvPr/>
        </p:nvSpPr>
        <p:spPr>
          <a:xfrm>
            <a:off x="8258175" y="1343025"/>
            <a:ext cx="7810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BGE-M3</a:t>
            </a:r>
          </a:p>
        </p:txBody>
      </p:sp>
      <p:sp>
        <p:nvSpPr>
          <p:cNvPr id="245" name="retriever-me5-bg">
            <a:extLst>
              <a:ext uri="{FF2B5EF4-FFF2-40B4-BE49-F238E27FC236}">
                <a16:creationId xmlns:a16="http://schemas.microsoft.com/office/drawing/2014/main" id="{FF7BA560-B418-A9F4-BEDB-FE39680ADDD5}"/>
              </a:ext>
            </a:extLst>
          </p:cNvPr>
          <p:cNvSpPr>
            <a:spLocks noGrp="1"/>
          </p:cNvSpPr>
          <p:nvPr/>
        </p:nvSpPr>
        <p:spPr>
          <a:xfrm>
            <a:off x="9201150" y="1323975"/>
            <a:ext cx="952500" cy="333375"/>
          </a:xfrm>
          <a:prstGeom prst="roundRect">
            <a:avLst>
              <a:gd name="adj" fmla="val 22857"/>
            </a:avLst>
          </a:prstGeom>
          <a:solidFill>
            <a:srgbClr val="102F4A"/>
          </a:solidFill>
          <a:ln w="10478">
            <a:solidFill>
              <a:srgbClr val="6FA9D3"/>
            </a:solidFill>
            <a:prstDash val="solid"/>
          </a:ln>
        </p:spPr>
      </p:sp>
      <p:sp>
        <p:nvSpPr>
          <p:cNvPr id="247" name="retriever-me5-text">
            <a:extLst>
              <a:ext uri="{FF2B5EF4-FFF2-40B4-BE49-F238E27FC236}">
                <a16:creationId xmlns:a16="http://schemas.microsoft.com/office/drawing/2014/main" id="{F195BCE9-5D3D-15E8-C067-9274D9C9344E}"/>
              </a:ext>
            </a:extLst>
          </p:cNvPr>
          <p:cNvSpPr>
            <a:spLocks noGrp="1"/>
          </p:cNvSpPr>
          <p:nvPr/>
        </p:nvSpPr>
        <p:spPr>
          <a:xfrm>
            <a:off x="9229725" y="1343025"/>
            <a:ext cx="8953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mE5-large</a:t>
            </a:r>
          </a:p>
        </p:txBody>
      </p:sp>
      <p:sp>
        <p:nvSpPr>
          <p:cNvPr id="250" name="retriever-qwen-bg">
            <a:extLst>
              <a:ext uri="{FF2B5EF4-FFF2-40B4-BE49-F238E27FC236}">
                <a16:creationId xmlns:a16="http://schemas.microsoft.com/office/drawing/2014/main" id="{C637F218-46A6-12D4-62B6-FC8BD219DFDD}"/>
              </a:ext>
            </a:extLst>
          </p:cNvPr>
          <p:cNvSpPr>
            <a:spLocks noGrp="1"/>
          </p:cNvSpPr>
          <p:nvPr/>
        </p:nvSpPr>
        <p:spPr>
          <a:xfrm>
            <a:off x="10287000" y="1323975"/>
            <a:ext cx="1123950" cy="333375"/>
          </a:xfrm>
          <a:prstGeom prst="roundRect">
            <a:avLst>
              <a:gd name="adj" fmla="val 22857"/>
            </a:avLst>
          </a:prstGeom>
          <a:solidFill>
            <a:srgbClr val="102F4A"/>
          </a:solidFill>
          <a:ln w="10478">
            <a:solidFill>
              <a:srgbClr val="6FA9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2" name="retriever-qwen-text">
            <a:extLst>
              <a:ext uri="{FF2B5EF4-FFF2-40B4-BE49-F238E27FC236}">
                <a16:creationId xmlns:a16="http://schemas.microsoft.com/office/drawing/2014/main" id="{DFCBCD64-B429-1998-D50B-D0F096D968AA}"/>
              </a:ext>
            </a:extLst>
          </p:cNvPr>
          <p:cNvSpPr>
            <a:spLocks noGrp="1"/>
          </p:cNvSpPr>
          <p:nvPr/>
        </p:nvSpPr>
        <p:spPr>
          <a:xfrm>
            <a:off x="10315575" y="1343025"/>
            <a:ext cx="10668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lnSpc>
                <a:spcPct val="9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Qwen3-Emb-8B</a:t>
            </a:r>
          </a:p>
        </p:txBody>
      </p:sp>
      <p:cxnSp>
        <p:nvCxnSpPr>
          <p:cNvPr id="770" name="직선 화살표 연결선 769">
            <a:extLst>
              <a:ext uri="{FF2B5EF4-FFF2-40B4-BE49-F238E27FC236}">
                <a16:creationId xmlns:a16="http://schemas.microsoft.com/office/drawing/2014/main" id="{6A0DB6D7-F2C5-1B5B-07C2-6D27BA4D258C}"/>
              </a:ext>
            </a:extLst>
          </p:cNvPr>
          <p:cNvCxnSpPr>
            <a:cxnSpLocks/>
            <a:stCxn id="154" idx="3"/>
            <a:endCxn id="236" idx="1"/>
          </p:cNvCxnSpPr>
          <p:nvPr/>
        </p:nvCxnSpPr>
        <p:spPr>
          <a:xfrm>
            <a:off x="13585663" y="7995087"/>
            <a:ext cx="1141015" cy="4326"/>
          </a:xfrm>
          <a:prstGeom prst="straightConnector1">
            <a:avLst/>
          </a:prstGeom>
          <a:ln w="14288" cap="rnd">
            <a:solidFill>
              <a:srgbClr val="87949D"/>
            </a:solidFill>
            <a:prstDash val="sysDash"/>
            <a:round/>
            <a:headEnd type="none" w="med" len="me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336030628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273</Words>
  <Application>Microsoft Office PowerPoint</Application>
  <DocSecurity>0</DocSecurity>
  <PresentationFormat>사용자 지정</PresentationFormat>
  <Paragraphs>88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Sang-Woo Son</cp:lastModifiedBy>
  <cp:revision>16</cp:revision>
  <dcterms:created xsi:type="dcterms:W3CDTF">2026-08-23T04:55:30Z</dcterms:created>
  <dcterms:modified xsi:type="dcterms:W3CDTF">2026-08-23T09:10:44Z</dcterms:modified>
</cp:coreProperties>
</file>